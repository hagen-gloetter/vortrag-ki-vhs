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_80000000_46329CC3.xml" ContentType="application/vnd.openxmlformats-officedocument.presentationml.slideMaster+xml"/>
  <Override PartName="/ppt/slides/slide_A01_BBB1A8F9.xml" ContentType="application/vnd.openxmlformats-officedocument.presentationml.slide+xml"/>
  <Override PartName="/ppt/slides/slide_A02_48DA726A.xml" ContentType="application/vnd.openxmlformats-officedocument.presentationml.slide+xml"/>
  <Override PartName="/ppt/slides/slide_A03_F301EFFF.xml" ContentType="application/vnd.openxmlformats-officedocument.presentationml.slide+xml"/>
  <Override PartName="/ppt/slides/slide_A04_C227C2F3.xml" ContentType="application/vnd.openxmlformats-officedocument.presentationml.slide+xml"/>
  <Override PartName="/ppt/slides/slide_A05_1E3C085E.xml" ContentType="application/vnd.openxmlformats-officedocument.presentationml.slide+xml"/>
  <Override PartName="/ppt/slides/slide_A06_5B37B30D.xml" ContentType="application/vnd.openxmlformats-officedocument.presentationml.slide+xml"/>
  <Override PartName="/ppt/slides/slide_A07_2A52EADE.xml" ContentType="application/vnd.openxmlformats-officedocument.presentationml.slide+xml"/>
  <Override PartName="/ppt/slides/slide_A08_2B3A82B4.xml" ContentType="application/vnd.openxmlformats-officedocument.presentationml.slide+xml"/>
  <Override PartName="/ppt/slides/slide_A09_BE725D7D.xml" ContentType="application/vnd.openxmlformats-officedocument.presentationml.slide+xml"/>
  <Override PartName="/ppt/slides/slide_A0A_F2EF18CE.xml" ContentType="application/vnd.openxmlformats-officedocument.presentationml.slide+xml"/>
  <Override PartName="/ppt/slides/slide_A0B_5D934821.xml" ContentType="application/vnd.openxmlformats-officedocument.presentationml.slide+xml"/>
  <Override PartName="/ppt/slides/slide_A0C_3E7F9921.xml" ContentType="application/vnd.openxmlformats-officedocument.presentationml.slide+xml"/>
  <Override PartName="/ppt/slides/slide_A0D_7007D827.xml" ContentType="application/vnd.openxmlformats-officedocument.presentationml.slide+xml"/>
  <Override PartName="/ppt/slides/slide_A0E_3E8932E1.xml" ContentType="application/vnd.openxmlformats-officedocument.presentationml.slide+xml"/>
  <Override PartName="/ppt/slides/slide_A0F_74F36474.xml" ContentType="application/vnd.openxmlformats-officedocument.presentationml.slide+xml"/>
  <Override PartName="/ppt/slides/slide_A10_EB218F41.xml" ContentType="application/vnd.openxmlformats-officedocument.presentationml.slide+xml"/>
  <Override PartName="/ppt/slides/slide_A11_2515F975.xml" ContentType="application/vnd.openxmlformats-officedocument.presentationml.slide+xml"/>
  <Override PartName="/ppt/slides/slide_A12_F63AC66F.xml" ContentType="application/vnd.openxmlformats-officedocument.presentationml.slide+xml"/>
  <Override PartName="/ppt/slides/slide_A13_77332F47.xml" ContentType="application/vnd.openxmlformats-officedocument.presentationml.slide+xml"/>
  <Override PartName="/ppt/slides/slide_A14_DB4FCAB3.xml" ContentType="application/vnd.openxmlformats-officedocument.presentationml.slide+xml"/>
  <Override PartName="/ppt/slides/slide_A15_3F32D5F.xml" ContentType="application/vnd.openxmlformats-officedocument.presentationml.slide+xml"/>
  <Override PartName="/ppt/slides/slide_A16_ADCD3EEA.xml" ContentType="application/vnd.openxmlformats-officedocument.presentationml.slide+xml"/>
  <Override PartName="/ppt/slides/slide_A17_CF99A8C2.xml" ContentType="application/vnd.openxmlformats-officedocument.presentationml.slide+xml"/>
  <Override PartName="/ppt/notesMasters/notesMaster_0_CD22EA7A.xml" ContentType="application/vnd.openxmlformats-officedocument.presentationml.notesMaster+xml"/>
  <Override PartName="/ppt/presProps.xml" ContentType="application/vnd.openxmlformats-officedocument.presentationml.presProps+xml"/>
  <Override PartName="/ppt/theme/theme_80000000_46329CC3.xml" ContentType="application/vnd.openxmlformats-officedocument.theme+xml"/>
  <Override PartName="/ppt/tableStyles.xml" ContentType="application/vnd.openxmlformats-officedocument.presentationml.tableStyles+xml"/>
  <Override PartName="/ppt/slideLayouts/slideLayout_80000001_37569D07.xml" ContentType="application/vnd.openxmlformats-officedocument.presentationml.slideLayout+xml"/>
  <Override PartName="/ppt/slideLayouts/slideLayout_80000002_B08210CA.xml" ContentType="application/vnd.openxmlformats-officedocument.presentationml.slideLayout+xml"/>
  <Override PartName="/ppt/slideLayouts/slideLayout_80000003_19C6A92C.xml" ContentType="application/vnd.openxmlformats-officedocument.presentationml.slideLayout+xml"/>
  <Override PartName="/ppt/slideLayouts/slideLayout_80000004_33F88B00.xml" ContentType="application/vnd.openxmlformats-officedocument.presentationml.slideLayout+xml"/>
  <Override PartName="/ppt/slideLayouts/slideLayout_80000005_B52E6B9E.xml" ContentType="application/vnd.openxmlformats-officedocument.presentationml.slideLayout+xml"/>
  <Override PartName="/ppt/slideLayouts/slideLayout_80000006_6270275D.xml" ContentType="application/vnd.openxmlformats-officedocument.presentationml.slideLayout+xml"/>
  <Override PartName="/ppt/slideLayouts/slideLayout_80000007_621DCC2D.xml" ContentType="application/vnd.openxmlformats-officedocument.presentationml.slideLayout+xml"/>
  <Override PartName="/ppt/slideLayouts/slideLayout_80000008_E88D2708.xml" ContentType="application/vnd.openxmlformats-officedocument.presentationml.slideLayout+xml"/>
  <Override PartName="/ppt/slideLayouts/slideLayout_80000009_60210654.xml" ContentType="application/vnd.openxmlformats-officedocument.presentationml.slideLayout+xml"/>
  <Override PartName="/ppt/slideLayouts/slideLayout_8000000A_E082EE6E.xml" ContentType="application/vnd.openxmlformats-officedocument.presentationml.slideLayout+xml"/>
  <Override PartName="/ppt/slideLayouts/slideLayout_8000000B_D6BDBB98.xml" ContentType="application/vnd.openxmlformats-officedocument.presentationml.slideLayout+xml"/>
  <Override PartName="/ppt/slideLayouts/slideLayout_80000018_DE3938C5.xml" ContentType="application/vnd.openxmlformats-officedocument.presentationml.slideLayout+xml"/>
  <Override PartName="/ppt/slideLayouts/slideLayout_80000019_3DFCDFDE.xml" ContentType="application/vnd.openxmlformats-officedocument.presentationml.slideLayout+xml"/>
  <Override PartName="/ppt/slideLayouts/slideLayout_8000001A_ADEFF6FB.xml" ContentType="application/vnd.openxmlformats-officedocument.presentationml.slideLayout+xml"/>
  <Override PartName="/ppt/slideLayouts/slideLayout_8000001B_E64C2D3D.xml" ContentType="application/vnd.openxmlformats-officedocument.presentationml.slideLayout+xml"/>
  <Override PartName="/ppt/slideLayouts/slideLayout_8000001C_781A40B5.xml" ContentType="application/vnd.openxmlformats-officedocument.presentationml.slideLayout+xml"/>
  <Override PartName="/ppt/slideLayouts/slideLayout_8000001D_4BA02B2E.xml" ContentType="application/vnd.openxmlformats-officedocument.presentationml.slideLayout+xml"/>
  <Override PartName="/ppt/slideLayouts/slideLayout_8000001E_950CBDF.xml" ContentType="application/vnd.openxmlformats-officedocument.presentationml.slideLayout+xml"/>
  <Override PartName="/ppt/slideLayouts/slideLayout_8000001F_45CDD79.xml" ContentType="application/vnd.openxmlformats-officedocument.presentationml.slideLayout+xml"/>
  <Override PartName="/ppt/slideLayouts/slideLayout_80000020_C20FC488.xml" ContentType="application/vnd.openxmlformats-officedocument.presentationml.slideLayout+xml"/>
  <Override PartName="/ppt/slideLayouts/slideLayout_80000021_F599207C.xml" ContentType="application/vnd.openxmlformats-officedocument.presentationml.slideLayout+xml"/>
  <Override PartName="/ppt/slideLayouts/slideLayout_80000022_A03AED4A.xml" ContentType="application/vnd.openxmlformats-officedocument.presentationml.slideLayout+xml"/>
  <Override PartName="/ppt/slideLayouts/slideLayout_80000023_6AA9A318.xml" ContentType="application/vnd.openxmlformats-officedocument.presentationml.slideLayout+xml"/>
  <Override PartName="/ppt/slideLayouts/slideLayout_80000024_F0E8CE11.xml" ContentType="application/vnd.openxmlformats-officedocument.presentationml.slideLayout+xml"/>
  <Override PartName="/ppt/slideLayouts/slideLayout_80000025_A644DE66.xml" ContentType="application/vnd.openxmlformats-officedocument.presentationml.slideLayout+xml"/>
  <Override PartName="/ppt/slideLayouts/slideLayout_80000026_809CAA96.xml" ContentType="application/vnd.openxmlformats-officedocument.presentationml.slideLayout+xml"/>
  <Override PartName="/ppt/slideLayouts/slideLayout_80000027_78FB4DA3.xml" ContentType="application/vnd.openxmlformats-officedocument.presentationml.slideLayout+xml"/>
  <Override PartName="/ppt/slideLayouts/slideLayout_80000028_7AB24444.xml" ContentType="application/vnd.openxmlformats-officedocument.presentationml.slideLayout+xml"/>
  <Override PartName="/ppt/slideLayouts/slideLayout_80000029_B9CEECF9.xml" ContentType="application/vnd.openxmlformats-officedocument.presentationml.slideLayout+xml"/>
  <Override PartName="/ppt/slideLayouts/slideLayout_8000002A_D6C22117.xml" ContentType="application/vnd.openxmlformats-officedocument.presentationml.slideLayout+xml"/>
  <Override PartName="/ppt/slideLayouts/slideLayout_8000002B_4CC193D0.xml" ContentType="application/vnd.openxmlformats-officedocument.presentationml.slideLayout+xml"/>
  <Override PartName="/ppt/slideLayouts/slideLayout_8000002C_EAD7891D.xml" ContentType="application/vnd.openxmlformats-officedocument.presentationml.slideLayout+xml"/>
  <Override PartName="/ppt/slideLayouts/slideLayout_8000002D_380F0FBB.xml" ContentType="application/vnd.openxmlformats-officedocument.presentationml.slideLayout+xml"/>
  <Override PartName="/ppt/slideLayouts/slideLayout_8000002E_D1A34B00.xml" ContentType="application/vnd.openxmlformats-officedocument.presentationml.slideLayout+xml"/>
  <Override PartName="/ppt/slideLayouts/slideLayout_8000002F_BB7FD8C9.xml" ContentType="application/vnd.openxmlformats-officedocument.presentationml.slideLayout+xml"/>
  <Override PartName="/ppt/slideLayouts/slideLayout_80000030_F3853588.xml" ContentType="application/vnd.openxmlformats-officedocument.presentationml.slideLayout+xml"/>
  <Override PartName="/ppt/slideLayouts/slideLayout_80000031_ACB52E8A.xml" ContentType="application/vnd.openxmlformats-officedocument.presentationml.slideLayout+xml"/>
  <Override PartName="/ppt/slideLayouts/slideLayout_80000032_BB764C45.xml" ContentType="application/vnd.openxmlformats-officedocument.presentationml.slideLayout+xml"/>
  <Override PartName="/ppt/slideLayouts/slideLayout_80000033_BBB4079F.xml" ContentType="application/vnd.openxmlformats-officedocument.presentationml.slideLayout+xml"/>
  <Override PartName="/ppt/slideLayouts/slideLayout_80000034_8B240DD7.xml" ContentType="application/vnd.openxmlformats-officedocument.presentationml.slideLayout+xml"/>
  <Override PartName="/ppt/slideLayouts/slideLayout_80000035_63276EA0.xml" ContentType="application/vnd.openxmlformats-officedocument.presentationml.slideLayout+xml"/>
  <Override PartName="/ppt/slideLayouts/slideLayout_80000036_CADC1E37.xml" ContentType="application/vnd.openxmlformats-officedocument.presentationml.slideLayout+xml"/>
  <Override PartName="/ppt/slideLayouts/slideLayout_80000037_609080B0.xml" ContentType="application/vnd.openxmlformats-officedocument.presentationml.slideLayout+xml"/>
  <Override PartName="/ppt/slideLayouts/slideLayout_80000038_E495B767.xml" ContentType="application/vnd.openxmlformats-officedocument.presentationml.slideLayout+xml"/>
  <Override PartName="/ppt/slideLayouts/slideLayout_80000039_A6C3634C.xml" ContentType="application/vnd.openxmlformats-officedocument.presentationml.slideLayout+xml"/>
  <Override PartName="/ppt/slideLayouts/slideLayout_8000003A_E5286737.xml" ContentType="application/vnd.openxmlformats-officedocument.presentationml.slideLayout+xml"/>
  <Override PartName="/ppt/slideLayouts/slideLayout_8000003B_645BA595.xml" ContentType="application/vnd.openxmlformats-officedocument.presentationml.slideLayout+xml"/>
  <Override PartName="/ppt/slideLayouts/slideLayout_8000003C_933969B9.xml" ContentType="application/vnd.openxmlformats-officedocument.presentationml.slideLayout+xml"/>
  <Override PartName="/ppt/slideLayouts/slideLayout_8000003D_87220955.xml" ContentType="application/vnd.openxmlformats-officedocument.presentationml.slideLayout+xml"/>
  <Override PartName="/ppt/slideLayouts/slideLayout_8000003E_D0168030.xml" ContentType="application/vnd.openxmlformats-officedocument.presentationml.slideLayout+xml"/>
  <Override PartName="/ppt/slideLayouts/slideLayout_8000003F_6D3DC4BD.xml" ContentType="application/vnd.openxmlformats-officedocument.presentationml.slideLayout+xml"/>
  <Override PartName="/ppt/theme/theme_0_CD22EA7A.xml" ContentType="application/vnd.openxmlformats-officedocument.theme+xml"/>
  <Override PartName="/ppt/notesSlides/notesSlide_A01_BBB1A8F9.xml" ContentType="application/vnd.openxmlformats-officedocument.presentationml.notesSlide+xml"/>
  <Override PartName="/ppt/notesSlides/notesSlide_A02_48DA726A.xml" ContentType="application/vnd.openxmlformats-officedocument.presentationml.notesSlide+xml"/>
  <Override PartName="/ppt/notesSlides/notesSlide_A03_F301EFFF.xml" ContentType="application/vnd.openxmlformats-officedocument.presentationml.notesSlide+xml"/>
  <Override PartName="/ppt/notesSlides/notesSlide_A04_C227C2F3.xml" ContentType="application/vnd.openxmlformats-officedocument.presentationml.notesSlide+xml"/>
  <Override PartName="/ppt/notesSlides/notesSlide_A05_1E3C085E.xml" ContentType="application/vnd.openxmlformats-officedocument.presentationml.notesSlide+xml"/>
  <Override PartName="/ppt/notesSlides/notesSlide_A06_5B37B30D.xml" ContentType="application/vnd.openxmlformats-officedocument.presentationml.notesSlide+xml"/>
  <Override PartName="/ppt/notesSlides/notesSlide_A07_2A52EADE.xml" ContentType="application/vnd.openxmlformats-officedocument.presentationml.notesSlide+xml"/>
  <Override PartName="/ppt/notesSlides/notesSlide_A08_2B3A82B4.xml" ContentType="application/vnd.openxmlformats-officedocument.presentationml.notesSlide+xml"/>
  <Override PartName="/ppt/notesSlides/notesSlide_A09_BE725D7D.xml" ContentType="application/vnd.openxmlformats-officedocument.presentationml.notesSlide+xml"/>
  <Override PartName="/ppt/notesSlides/notesSlide_A0A_F2EF18CE.xml" ContentType="application/vnd.openxmlformats-officedocument.presentationml.notesSlide+xml"/>
  <Override PartName="/ppt/notesSlides/notesSlide_A0B_5D934821.xml" ContentType="application/vnd.openxmlformats-officedocument.presentationml.notesSlide+xml"/>
  <Override PartName="/ppt/notesSlides/notesSlide_A0C_3E7F9921.xml" ContentType="application/vnd.openxmlformats-officedocument.presentationml.notesSlide+xml"/>
  <Override PartName="/ppt/notesSlides/notesSlide_A0D_7007D827.xml" ContentType="application/vnd.openxmlformats-officedocument.presentationml.notesSlide+xml"/>
  <Override PartName="/ppt/notesSlides/notesSlide_A0E_3E8932E1.xml" ContentType="application/vnd.openxmlformats-officedocument.presentationml.notesSlide+xml"/>
  <Override PartName="/ppt/notesSlides/notesSlide_A0F_74F36474.xml" ContentType="application/vnd.openxmlformats-officedocument.presentationml.notesSlide+xml"/>
  <Override PartName="/ppt/notesSlides/notesSlide_A10_EB218F41.xml" ContentType="application/vnd.openxmlformats-officedocument.presentationml.notesSlide+xml"/>
  <Override PartName="/ppt/notesSlides/notesSlide_A11_2515F975.xml" ContentType="application/vnd.openxmlformats-officedocument.presentationml.notesSlide+xml"/>
  <Override PartName="/ppt/notesSlides/notesSlide_A12_F63AC66F.xml" ContentType="application/vnd.openxmlformats-officedocument.presentationml.notesSlide+xml"/>
  <Override PartName="/ppt/notesSlides/notesSlide_A13_77332F47.xml" ContentType="application/vnd.openxmlformats-officedocument.presentationml.notesSlide+xml"/>
  <Override PartName="/ppt/notesSlides/notesSlide_A14_DB4FCAB3.xml" ContentType="application/vnd.openxmlformats-officedocument.presentationml.notesSlide+xml"/>
  <Override PartName="/ppt/notesSlides/notesSlide_A15_3F32D5F.xml" ContentType="application/vnd.openxmlformats-officedocument.presentationml.notesSlide+xml"/>
  <Override PartName="/ppt/notesSlides/notesSlide_A16_ADCD3EEA.xml" ContentType="application/vnd.openxmlformats-officedocument.presentationml.notesSlide+xml"/>
  <Override PartName="/ppt/notesSlides/notesSlide_A17_CF99A8C2.xml" ContentType="application/vnd.openxmlformats-officedocument.presentationml.notesSlide+xml"/>
  <Override PartName="/docProps/core.xml" ContentType="application/vnd.openxmlformats-package.core-properties+xml"/>
  <Override PartName="/docProps/custom.xml" ContentType="application/vnd.openxmlformats-officedocument.custom-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 id="2582" r:id="rId23"/>
    <p:sldId id="258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ünstliche Intelligenz – vom Hype zur Alltagskompetenz (VHS, ca. 60 Minuten)" id="{83D4D251-4697-4B73-BDC8-0DA1D1F3C7B6}">
          <p14:sldIdLst>
            <p14:sldId id="2561"/>
          </p14:sldIdLst>
        </p14:section>
        <p14:section name="Einführung &amp; Orientierung" id="{0852D2A5-1EE2-4803-8CFE-85067B89A54D}">
          <p14:sldIdLst>
            <p14:sldId id="2562"/>
            <p14:sldId id="2563"/>
          </p14:sldIdLst>
        </p14:section>
        <p14:section name="Ursprung &amp; Durchbruch" id="{A55DF172-CCE5-4ED5-80DF-EFA6F42B0C83}">
          <p14:sldIdLst>
            <p14:sldId id="2564"/>
            <p14:sldId id="2565"/>
          </p14:sldIdLst>
        </p14:section>
        <p14:section name="Geschichte &amp; Hype-Zyklen" id="{306806B7-B252-44E8-A4CA-201098A478C4}">
          <p14:sldIdLst>
            <p14:sldId id="2566"/>
            <p14:sldId id="2567"/>
          </p14:sldIdLst>
        </p14:section>
        <p14:section name="Grundlagen: Machine Learning" id="{D224F2DF-33FA-4A8A-A3A0-6D6E66FB1343}">
          <p14:sldIdLst>
            <p14:sldId id="2568"/>
            <p14:sldId id="2569"/>
          </p14:sldIdLst>
        </p14:section>
        <p14:section name="GPT &amp; Transformer verständlich" id="{B824606A-EBF6-4305-A8C8-48DD7D5E9D3C}">
          <p14:sldIdLst>
            <p14:sldId id="2570"/>
            <p14:sldId id="2571"/>
          </p14:sldIdLst>
        </p14:section>
        <p14:section name="Warum wirkt das intelligent?" id="{F7C348C4-FCD1-4D25-8E66-55FED3F21944}">
          <p14:sldIdLst>
            <p14:sldId id="2572"/>
            <p14:sldId id="2573"/>
          </p14:sldIdLst>
        </p14:section>
        <p14:section name="Prompting als Schlüsselkompetenz" id="{85B310BE-A636-4FEF-B8E1-2A63843EBFF5}">
          <p14:sldIdLst>
            <p14:sldId id="2574"/>
            <p14:sldId id="2575"/>
          </p14:sldIdLst>
        </p14:section>
        <p14:section name="Was KI gut kann (Praxisnutzen)" id="{4E053AF8-BEEB-4CBD-B09F-E1D2E785E19F}">
          <p14:sldIdLst>
            <p14:sldId id="2576"/>
            <p14:sldId id="2577"/>
          </p14:sldIdLst>
        </p14:section>
        <p14:section name="Grenzen &amp; Risiken" id="{D53E2A42-1056-4531-91D8-4299FC95729E}">
          <p14:sldIdLst>
            <p14:sldId id="2578"/>
            <p14:sldId id="2579"/>
          </p14:sldIdLst>
        </p14:section>
        <p14:section name="Zukunft &amp; Fazit" id="{E6F8F8FD-494E-4FB8-890B-3A26D535FF44}">
          <p14:sldIdLst>
            <p14:sldId id="2580"/>
            <p14:sldId id="2581"/>
          </p14:sldIdLst>
        </p14:section>
        <p14:section name="Anhang: Q&amp;A, Quellen &amp; Glossar" id="{9A36ACE9-8ACE-4AE8-9041-3F49F538B482}">
          <p14:sldIdLst>
            <p14:sldId id="2582"/>
            <p14:sldId id="25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2A52EADE.xml"/><Relationship Id="rId13" Type="http://schemas.openxmlformats.org/officeDocument/2006/relationships/slide" Target="slides/slide_A0C_3E7F9921.xml"/><Relationship Id="rId18" Type="http://schemas.openxmlformats.org/officeDocument/2006/relationships/slide" Target="slides/slide_A11_2515F975.xml"/><Relationship Id="rId26" Type="http://schemas.openxmlformats.org/officeDocument/2006/relationships/presProps" Target="presProps.xml"/><Relationship Id="rId3" Type="http://schemas.openxmlformats.org/officeDocument/2006/relationships/slide" Target="slides/slide_A02_48DA726A.xml"/><Relationship Id="rId21" Type="http://schemas.openxmlformats.org/officeDocument/2006/relationships/slide" Target="slides/slide_A14_DB4FCAB3.xml"/><Relationship Id="rId7" Type="http://schemas.openxmlformats.org/officeDocument/2006/relationships/slide" Target="slides/slide_A06_5B37B30D.xml"/><Relationship Id="rId12" Type="http://schemas.openxmlformats.org/officeDocument/2006/relationships/slide" Target="slides/slide_A0B_5D934821.xml"/><Relationship Id="rId17" Type="http://schemas.openxmlformats.org/officeDocument/2006/relationships/slide" Target="slides/slide_A10_EB218F41.xml"/><Relationship Id="rId25" Type="http://schemas.openxmlformats.org/officeDocument/2006/relationships/notesMaster" Target="notesMasters/notesMaster_0_CD22EA7A.xml"/><Relationship Id="rId2" Type="http://schemas.openxmlformats.org/officeDocument/2006/relationships/slide" Target="slides/slide_A01_BBB1A8F9.xml"/><Relationship Id="rId16" Type="http://schemas.openxmlformats.org/officeDocument/2006/relationships/slide" Target="slides/slide_A0F_74F36474.xml"/><Relationship Id="rId20" Type="http://schemas.openxmlformats.org/officeDocument/2006/relationships/slide" Target="slides/slide_A13_77332F47.xml"/><Relationship Id="rId1" Type="http://schemas.openxmlformats.org/officeDocument/2006/relationships/slideMaster" Target="slideMasters/slideMaster_80000000_46329CC3.xml"/><Relationship Id="rId6" Type="http://schemas.openxmlformats.org/officeDocument/2006/relationships/slide" Target="slides/slide_A05_1E3C085E.xml"/><Relationship Id="rId11" Type="http://schemas.openxmlformats.org/officeDocument/2006/relationships/slide" Target="slides/slide_A0A_F2EF18CE.xml"/><Relationship Id="rId24" Type="http://schemas.openxmlformats.org/officeDocument/2006/relationships/slide" Target="slides/slide_A17_CF99A8C2.xml"/><Relationship Id="rId5" Type="http://schemas.openxmlformats.org/officeDocument/2006/relationships/slide" Target="slides/slide_A04_C227C2F3.xml"/><Relationship Id="rId15" Type="http://schemas.openxmlformats.org/officeDocument/2006/relationships/slide" Target="slides/slide_A0E_3E8932E1.xml"/><Relationship Id="rId23" Type="http://schemas.openxmlformats.org/officeDocument/2006/relationships/slide" Target="slides/slide_A16_ADCD3EEA.xml"/><Relationship Id="rId28" Type="http://schemas.openxmlformats.org/officeDocument/2006/relationships/tableStyles" Target="tableStyles.xml"/><Relationship Id="rId10" Type="http://schemas.openxmlformats.org/officeDocument/2006/relationships/slide" Target="slides/slide_A09_BE725D7D.xml"/><Relationship Id="rId19" Type="http://schemas.openxmlformats.org/officeDocument/2006/relationships/slide" Target="slides/slide_A12_F63AC66F.xml"/><Relationship Id="rId4" Type="http://schemas.openxmlformats.org/officeDocument/2006/relationships/slide" Target="slides/slide_A03_F301EFFF.xml"/><Relationship Id="rId9" Type="http://schemas.openxmlformats.org/officeDocument/2006/relationships/slide" Target="slides/slide_A08_2B3A82B4.xml"/><Relationship Id="rId14" Type="http://schemas.openxmlformats.org/officeDocument/2006/relationships/slide" Target="slides/slide_A0D_7007D827.xml"/><Relationship Id="rId22" Type="http://schemas.openxmlformats.org/officeDocument/2006/relationships/slide" Target="slides/slide_A15_3F32D5F.xml"/><Relationship Id="rId27" Type="http://schemas.openxmlformats.org/officeDocument/2006/relationships/theme" Target="theme/theme_80000000_46329CC3.xml"/></Relationships>
</file>

<file path=ppt/notesMasters/_rels/notesMaster_0_CD22EA7A.xml.rels><?xml version="1.0" encoding="UTF-8" standalone="yes"?>
<Relationships xmlns="http://schemas.openxmlformats.org/package/2006/relationships"><Relationship Id="rId1" Type="http://schemas.openxmlformats.org/officeDocument/2006/relationships/theme" Target="../theme/theme_0_CD22EA7A.xml"/></Relationships>
</file>

<file path=ppt/notesMasters/notesMaster_0_CD22EA7A.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6037B4-0696-46C5-BA9C-0431F9D1F2CD}"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8E2E16-8AEA-4E26-BEE3-8DC45D21DCA2}" type="slidenum">
              <a:t/>
            </a:fld>
            <a:endParaRPr lang="en-US"/>
          </a:p>
        </p:txBody>
      </p:sp>
    </p:spTree>
    <p:extLst>
      <p:ext uri="{BB962C8B-B14F-4D97-AF65-F5344CB8AC3E}">
        <p14:creationId xmlns:p14="http://schemas.microsoft.com/office/powerpoint/2010/main" val="344161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F2EF18CE.xml.rels><?xml version="1.0" encoding="UTF-8" standalone="yes"?>
<Relationships xmlns="http://schemas.openxmlformats.org/package/2006/relationships"><Relationship Id="rId2" Type="http://schemas.openxmlformats.org/officeDocument/2006/relationships/slide" Target="../slides/slide_A0A_F2EF18CE.xml"/><Relationship Id="rId1" Type="http://schemas.openxmlformats.org/officeDocument/2006/relationships/notesMaster" Target="../notesMasters/notesMaster_0_CD22EA7A.xml"/></Relationships>
</file>

<file path=ppt/notesSlides/_rels/notesSlide_A0B_5D934821.xml.rels><?xml version="1.0" encoding="UTF-8" standalone="yes"?>
<Relationships xmlns="http://schemas.openxmlformats.org/package/2006/relationships"><Relationship Id="rId2" Type="http://schemas.openxmlformats.org/officeDocument/2006/relationships/slide" Target="../slides/slide_A0B_5D934821.xml"/><Relationship Id="rId1" Type="http://schemas.openxmlformats.org/officeDocument/2006/relationships/notesMaster" Target="../notesMasters/notesMaster_0_CD22EA7A.xml"/></Relationships>
</file>

<file path=ppt/notesSlides/_rels/notesSlide_A0C_3E7F9921.xml.rels><?xml version="1.0" encoding="UTF-8" standalone="yes"?>
<Relationships xmlns="http://schemas.openxmlformats.org/package/2006/relationships"><Relationship Id="rId2" Type="http://schemas.openxmlformats.org/officeDocument/2006/relationships/slide" Target="../slides/slide_A0C_3E7F9921.xml"/><Relationship Id="rId1" Type="http://schemas.openxmlformats.org/officeDocument/2006/relationships/notesMaster" Target="../notesMasters/notesMaster_0_CD22EA7A.xml"/></Relationships>
</file>

<file path=ppt/notesSlides/_rels/notesSlide_A0D_7007D827.xml.rels><?xml version="1.0" encoding="UTF-8" standalone="yes"?>
<Relationships xmlns="http://schemas.openxmlformats.org/package/2006/relationships"><Relationship Id="rId2" Type="http://schemas.openxmlformats.org/officeDocument/2006/relationships/slide" Target="../slides/slide_A0D_7007D827.xml"/><Relationship Id="rId1" Type="http://schemas.openxmlformats.org/officeDocument/2006/relationships/notesMaster" Target="../notesMasters/notesMaster_0_CD22EA7A.xml"/></Relationships>
</file>

<file path=ppt/notesSlides/_rels/notesSlide_A0E_3E8932E1.xml.rels><?xml version="1.0" encoding="UTF-8" standalone="yes"?>
<Relationships xmlns="http://schemas.openxmlformats.org/package/2006/relationships"><Relationship Id="rId2" Type="http://schemas.openxmlformats.org/officeDocument/2006/relationships/slide" Target="../slides/slide_A0E_3E8932E1.xml"/><Relationship Id="rId1" Type="http://schemas.openxmlformats.org/officeDocument/2006/relationships/notesMaster" Target="../notesMasters/notesMaster_0_CD22EA7A.xml"/></Relationships>
</file>

<file path=ppt/notesSlides/_rels/notesSlide_A0F_74F36474.xml.rels><?xml version="1.0" encoding="UTF-8" standalone="yes"?>
<Relationships xmlns="http://schemas.openxmlformats.org/package/2006/relationships"><Relationship Id="rId2" Type="http://schemas.openxmlformats.org/officeDocument/2006/relationships/slide" Target="../slides/slide_A0F_74F36474.xml"/><Relationship Id="rId1" Type="http://schemas.openxmlformats.org/officeDocument/2006/relationships/notesMaster" Target="../notesMasters/notesMaster_0_CD22EA7A.xml"/></Relationships>
</file>

<file path=ppt/notesSlides/_rels/notesSlide_A01_BBB1A8F9.xml.rels><?xml version="1.0" encoding="UTF-8" standalone="yes"?>
<Relationships xmlns="http://schemas.openxmlformats.org/package/2006/relationships"><Relationship Id="rId2" Type="http://schemas.openxmlformats.org/officeDocument/2006/relationships/slide" Target="../slides/slide_A01_BBB1A8F9.xml"/><Relationship Id="rId1" Type="http://schemas.openxmlformats.org/officeDocument/2006/relationships/notesMaster" Target="../notesMasters/notesMaster_0_CD22EA7A.xml"/></Relationships>
</file>

<file path=ppt/notesSlides/_rels/notesSlide_A02_48DA726A.xml.rels><?xml version="1.0" encoding="UTF-8" standalone="yes"?>
<Relationships xmlns="http://schemas.openxmlformats.org/package/2006/relationships"><Relationship Id="rId2" Type="http://schemas.openxmlformats.org/officeDocument/2006/relationships/slide" Target="../slides/slide_A02_48DA726A.xml"/><Relationship Id="rId1" Type="http://schemas.openxmlformats.org/officeDocument/2006/relationships/notesMaster" Target="../notesMasters/notesMaster_0_CD22EA7A.xml"/></Relationships>
</file>

<file path=ppt/notesSlides/_rels/notesSlide_A03_F301EFFF.xml.rels><?xml version="1.0" encoding="UTF-8" standalone="yes"?>
<Relationships xmlns="http://schemas.openxmlformats.org/package/2006/relationships"><Relationship Id="rId2" Type="http://schemas.openxmlformats.org/officeDocument/2006/relationships/slide" Target="../slides/slide_A03_F301EFFF.xml"/><Relationship Id="rId1" Type="http://schemas.openxmlformats.org/officeDocument/2006/relationships/notesMaster" Target="../notesMasters/notesMaster_0_CD22EA7A.xml"/></Relationships>
</file>

<file path=ppt/notesSlides/_rels/notesSlide_A04_C227C2F3.xml.rels><?xml version="1.0" encoding="UTF-8" standalone="yes"?>
<Relationships xmlns="http://schemas.openxmlformats.org/package/2006/relationships"><Relationship Id="rId2" Type="http://schemas.openxmlformats.org/officeDocument/2006/relationships/slide" Target="../slides/slide_A04_C227C2F3.xml"/><Relationship Id="rId1" Type="http://schemas.openxmlformats.org/officeDocument/2006/relationships/notesMaster" Target="../notesMasters/notesMaster_0_CD22EA7A.xml"/></Relationships>
</file>

<file path=ppt/notesSlides/_rels/notesSlide_A05_1E3C085E.xml.rels><?xml version="1.0" encoding="UTF-8" standalone="yes"?>
<Relationships xmlns="http://schemas.openxmlformats.org/package/2006/relationships"><Relationship Id="rId2" Type="http://schemas.openxmlformats.org/officeDocument/2006/relationships/slide" Target="../slides/slide_A05_1E3C085E.xml"/><Relationship Id="rId1" Type="http://schemas.openxmlformats.org/officeDocument/2006/relationships/notesMaster" Target="../notesMasters/notesMaster_0_CD22EA7A.xml"/></Relationships>
</file>

<file path=ppt/notesSlides/_rels/notesSlide_A06_5B37B30D.xml.rels><?xml version="1.0" encoding="UTF-8" standalone="yes"?>
<Relationships xmlns="http://schemas.openxmlformats.org/package/2006/relationships"><Relationship Id="rId2" Type="http://schemas.openxmlformats.org/officeDocument/2006/relationships/slide" Target="../slides/slide_A06_5B37B30D.xml"/><Relationship Id="rId1" Type="http://schemas.openxmlformats.org/officeDocument/2006/relationships/notesMaster" Target="../notesMasters/notesMaster_0_CD22EA7A.xml"/></Relationships>
</file>

<file path=ppt/notesSlides/_rels/notesSlide_A07_2A52EADE.xml.rels><?xml version="1.0" encoding="UTF-8" standalone="yes"?>
<Relationships xmlns="http://schemas.openxmlformats.org/package/2006/relationships"><Relationship Id="rId2" Type="http://schemas.openxmlformats.org/officeDocument/2006/relationships/slide" Target="../slides/slide_A07_2A52EADE.xml"/><Relationship Id="rId1" Type="http://schemas.openxmlformats.org/officeDocument/2006/relationships/notesMaster" Target="../notesMasters/notesMaster_0_CD22EA7A.xml"/></Relationships>
</file>

<file path=ppt/notesSlides/_rels/notesSlide_A08_2B3A82B4.xml.rels><?xml version="1.0" encoding="UTF-8" standalone="yes"?>
<Relationships xmlns="http://schemas.openxmlformats.org/package/2006/relationships"><Relationship Id="rId2" Type="http://schemas.openxmlformats.org/officeDocument/2006/relationships/slide" Target="../slides/slide_A08_2B3A82B4.xml"/><Relationship Id="rId1" Type="http://schemas.openxmlformats.org/officeDocument/2006/relationships/notesMaster" Target="../notesMasters/notesMaster_0_CD22EA7A.xml"/></Relationships>
</file>

<file path=ppt/notesSlides/_rels/notesSlide_A09_BE725D7D.xml.rels><?xml version="1.0" encoding="UTF-8" standalone="yes"?>
<Relationships xmlns="http://schemas.openxmlformats.org/package/2006/relationships"><Relationship Id="rId2" Type="http://schemas.openxmlformats.org/officeDocument/2006/relationships/slide" Target="../slides/slide_A09_BE725D7D.xml"/><Relationship Id="rId1" Type="http://schemas.openxmlformats.org/officeDocument/2006/relationships/notesMaster" Target="../notesMasters/notesMaster_0_CD22EA7A.xml"/></Relationships>
</file>

<file path=ppt/notesSlides/_rels/notesSlide_A10_EB218F41.xml.rels><?xml version="1.0" encoding="UTF-8" standalone="yes"?>
<Relationships xmlns="http://schemas.openxmlformats.org/package/2006/relationships"><Relationship Id="rId2" Type="http://schemas.openxmlformats.org/officeDocument/2006/relationships/slide" Target="../slides/slide_A10_EB218F41.xml"/><Relationship Id="rId1" Type="http://schemas.openxmlformats.org/officeDocument/2006/relationships/notesMaster" Target="../notesMasters/notesMaster_0_CD22EA7A.xml"/></Relationships>
</file>

<file path=ppt/notesSlides/_rels/notesSlide_A11_2515F975.xml.rels><?xml version="1.0" encoding="UTF-8" standalone="yes"?>
<Relationships xmlns="http://schemas.openxmlformats.org/package/2006/relationships"><Relationship Id="rId2" Type="http://schemas.openxmlformats.org/officeDocument/2006/relationships/slide" Target="../slides/slide_A11_2515F975.xml"/><Relationship Id="rId1" Type="http://schemas.openxmlformats.org/officeDocument/2006/relationships/notesMaster" Target="../notesMasters/notesMaster_0_CD22EA7A.xml"/></Relationships>
</file>

<file path=ppt/notesSlides/_rels/notesSlide_A12_F63AC66F.xml.rels><?xml version="1.0" encoding="UTF-8" standalone="yes"?>
<Relationships xmlns="http://schemas.openxmlformats.org/package/2006/relationships"><Relationship Id="rId2" Type="http://schemas.openxmlformats.org/officeDocument/2006/relationships/slide" Target="../slides/slide_A12_F63AC66F.xml"/><Relationship Id="rId1" Type="http://schemas.openxmlformats.org/officeDocument/2006/relationships/notesMaster" Target="../notesMasters/notesMaster_0_CD22EA7A.xml"/></Relationships>
</file>

<file path=ppt/notesSlides/_rels/notesSlide_A13_77332F47.xml.rels><?xml version="1.0" encoding="UTF-8" standalone="yes"?>
<Relationships xmlns="http://schemas.openxmlformats.org/package/2006/relationships"><Relationship Id="rId2" Type="http://schemas.openxmlformats.org/officeDocument/2006/relationships/slide" Target="../slides/slide_A13_77332F47.xml"/><Relationship Id="rId1" Type="http://schemas.openxmlformats.org/officeDocument/2006/relationships/notesMaster" Target="../notesMasters/notesMaster_0_CD22EA7A.xml"/></Relationships>
</file>

<file path=ppt/notesSlides/_rels/notesSlide_A14_DB4FCAB3.xml.rels><?xml version="1.0" encoding="UTF-8" standalone="yes"?>
<Relationships xmlns="http://schemas.openxmlformats.org/package/2006/relationships"><Relationship Id="rId2" Type="http://schemas.openxmlformats.org/officeDocument/2006/relationships/slide" Target="../slides/slide_A14_DB4FCAB3.xml"/><Relationship Id="rId1" Type="http://schemas.openxmlformats.org/officeDocument/2006/relationships/notesMaster" Target="../notesMasters/notesMaster_0_CD22EA7A.xml"/></Relationships>
</file>

<file path=ppt/notesSlides/_rels/notesSlide_A15_3F32D5F.xml.rels><?xml version="1.0" encoding="UTF-8" standalone="yes"?>
<Relationships xmlns="http://schemas.openxmlformats.org/package/2006/relationships"><Relationship Id="rId2" Type="http://schemas.openxmlformats.org/officeDocument/2006/relationships/slide" Target="../slides/slide_A15_3F32D5F.xml"/><Relationship Id="rId1" Type="http://schemas.openxmlformats.org/officeDocument/2006/relationships/notesMaster" Target="../notesMasters/notesMaster_0_CD22EA7A.xml"/></Relationships>
</file>

<file path=ppt/notesSlides/_rels/notesSlide_A16_ADCD3EEA.xml.rels><?xml version="1.0" encoding="UTF-8" standalone="yes"?>
<Relationships xmlns="http://schemas.openxmlformats.org/package/2006/relationships"><Relationship Id="rId2" Type="http://schemas.openxmlformats.org/officeDocument/2006/relationships/slide" Target="../slides/slide_A16_ADCD3EEA.xml"/><Relationship Id="rId1" Type="http://schemas.openxmlformats.org/officeDocument/2006/relationships/notesMaster" Target="../notesMasters/notesMaster_0_CD22EA7A.xml"/></Relationships>
</file>

<file path=ppt/notesSlides/_rels/notesSlide_A17_CF99A8C2.xml.rels><?xml version="1.0" encoding="UTF-8" standalone="yes"?>
<Relationships xmlns="http://schemas.openxmlformats.org/package/2006/relationships"><Relationship Id="rId2" Type="http://schemas.openxmlformats.org/officeDocument/2006/relationships/slide" Target="../slides/slide_A17_CF99A8C2.xml"/><Relationship Id="rId1" Type="http://schemas.openxmlformats.org/officeDocument/2006/relationships/notesMaster" Target="../notesMasters/notesMaster_0_CD22EA7A.xml"/></Relationships>
</file>

<file path=ppt/notesSlides/notesSlide_A0A_F2EF18C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Von GPT (G‑P‑T) über Tokens bis zur Next-Token-Vorhersage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2030418181"/>
      </p:ext>
    </p:extLst>
  </p:cSld>
  <p:clrMapOvr>
    <a:masterClrMapping/>
  </p:clrMapOvr>
</p:notes>
</file>

<file path=ppt/notesSlides/notesSlide_A0B_5D9348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Dieser Abschnitt macht die „magische“ Wirkung moderner Chatbots technisch nachvollziehbar, ohne in Formeln abzurutschen. Einstieg ist das Akronym GPT als Merkhilfe: „Generative“ (es erzeugt Text), „Pre‑trained“ (es wurde vorab mit sehr vielen Texten trainiert), „Transformer“ (die Architektur, die Kontext gut verarbeiten kann). Daraus wird sofort eine wichtige Erwartungsregel abgeleitet: Vortraining heißt nicht, dass das Modell Wahrheit prüft; es lernt zunächst Sprachmuster und statistische Zusammenhänge. Anschließend wird die generelle Funktionsweise als Schritt‑für‑Schritt‑Prozess erklärt: Ein Text wird in kleine Einheiten zerlegt („Tokens“), das Modell berechnet für diese Situation Wahrscheinlichkeiten für das nächste Token, wählt eine Fortsetzung, und wiederholt das – bis ein längerer Text entsteht. Das Publikum soll dabei verstehen: Es ist im Kern eine extrem leistungsfähige Autovervollständigung, die Kontext berücksichtigt. Um Missverständnisse zu vermeiden, wird „Token“ konkretisiert: Tokens sind nicht immer ganze Wörter, oft Wortteile oder Zeichen; das ist wie LEGO‑Bausteine, mit denen sich auch seltene oder neue Wörter zusammensetzen lassen. Danach folgt die zentrale Kopplung an den Wahrscheinlichkeitsbegriff aus dem ML‑Block: GPT optimiert Plausibilität, nicht Wahrheit. Das erklärt, warum Antworten flüssig wirken können, auch wenn Inhalte zweifelhaft sind. Optional kann die Moderation ein kurzes Mitrate‑Beispiel geben („Heute trinke ich…“), um Next‑Token‑Vorhersage spielerisch zu erleben. Für „Transformer“ wird eine einfache Kontextidee genutzt: Das Modell richtet seine „Aufmerksamkeit“ (mathematisch) auf relevante Teile des bisherigen Textes, ähnlich wie Menschen beim Lesen wichtige Stellen gedanklich hervorheben. Dadurch entstehen kohärente Texte über mehrere Sätze. Visuell sollten hier klare, textfreie Infografiken dominieren: Token‑Blöcke, ein Netzsymbol, ein Pfeil zur nächsten Vorhersage. In den Foliennotizen stehen die englischen Prompts für die jeweiligen Illustrationen sowie die Quellenzeile, die auf der Folie klein angezeigt wird. Story‑Notiz: Das Publikum soll nach diesem Block nicht jedes Detail kennen, aber ein robustes Modell besitzen: „GPT = Muster in Sprache + Wahrscheinlichkeiten + Kontextfähigkeit.“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188204696"/>
      </p:ext>
    </p:extLst>
  </p:cSld>
  <p:clrMapOvr>
    <a:masterClrMapping/>
  </p:clrMapOvr>
</p:notes>
</file>

<file path=ppt/notesSlides/notesSlide_A0C_3E7F99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Sprachkompetenz, Stiltreue und der Effekt „klingt richtig“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2308735301"/>
      </p:ext>
    </p:extLst>
  </p:cSld>
  <p:clrMapOvr>
    <a:masterClrMapping/>
  </p:clrMapOvr>
</p:notes>
</file>

<file path=ppt/notesSlides/notesSlide_A0D_7007D8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Hier wird ein psychologisch wichtiger Punkt adressiert: Warum wir Menschen Chatbots schnell als „intelligent“ wahrnehmen – und warum das gefährlich sein kann. Erstens wird erklärt, dass Sprache für uns eine Kernsignatur von Intelligenz ist. Wenn ein System Grammatik, Wortwahl, Argumentationsstruktur und Ton gut trifft, interpretieren wir das spontan als Kompetenz. Zweitens zeigt der Vortrag, dass große Sprachmodelle besonders gut im Imitieren von Stil und Format sind: Sie können „wie ein Journalist“, „wie ein Lehrer“ oder „wie ein Coach“ schreiben, typische Strukturen (Einleitung–Kern–Fazit) reproduzieren und damit ein Gefühl von Expertise erzeugen. Drittens wird der zentrale Irrtum benannt: „Gute Formulierung“ ist nicht gleich „richtiger Inhalt“. GPT kann Wissen aus dem Training neu kombinieren („zusammenmischen“), ohne ein menschliches Weltmodell zu besitzen. Deshalb entstehen oft plausible, aber ungesicherte Aussagen. Diese Folie dient als Brücke zur Sicherheitsbotschaft: „Kein Denken, kein Verstehen“ bedeutet konkret: kein Bewusstsein, keine Absichten, keine Verantwortung. Der Vortrag betont das ohne Alarmismus: Die Grenze ist kein Makel, sondern eine Eigenschaft – und wir müssen unsere Nutzung darauf einstellen. Didaktisch eignet sich ein kurzer Gedankenversuch: Wenn ein sehr überzeugender Mensch etwas Falsches behauptet, wirkt es trotzdem glaubwürdig; bei KI ist die Gefahr höher, weil sie nie „zögert“, wenn sie nicht weiß, sondern oft weiter plausibel formuliert. Visuell passen ruhige, freundliche Motive zu Kommunikation und Sprache (Menschen im Gespräch, Symbolik für Ideenfluss), ergänzt durch ein subtiler Hinweis‑Icon (Warnsymbol ohne Angstästhetik). In den Notizen stehen die Bildprompts und der Hinweis zur Quellenzeile auf der Folie. Story‑Notiz: Ziel ist ein Aha‑Moment: „Ich darf beeindruckt sein – aber ich muss prüfen.“ Damit ist das Publikum vorbereitet auf den Prompting‑Teil und die Risiko‑Kapitel.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1471643387"/>
      </p:ext>
    </p:extLst>
  </p:cSld>
  <p:clrMapOvr>
    <a:masterClrMapping/>
  </p:clrMapOvr>
</p:notes>
</file>

<file path=ppt/notesSlides/notesSlide_A0E_3E8932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Wie man gut fragt: Aufgabe, Kontext, Format und Iteration (R‑K‑F‑I)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2078953613"/>
      </p:ext>
    </p:extLst>
  </p:cSld>
  <p:clrMapOvr>
    <a:masterClrMapping/>
  </p:clrMapOvr>
</p:notes>
</file>

<file path=ppt/notesSlides/notesSlide_A0F_74F364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Dieser Block übersetzt das technische Verständnis in praktisch anwendbares Handwerkszeug. Prompting wird als Kommunikations‑ und Briefing‑Skill eingeführt: Ein Prompt ist nicht nur eine Frage, sondern eine präzise Aufgabenbeschreibung inklusive Kontext und Erwartung an das Ergebnis. Der Vortrag empfiehlt das leicht merkbare Raster R‑K‑F‑I: Rolle (Wer soll die KI sein – z. B. „Du bist VHS‑Dozent“), Kontext (Wofür ist das? Wer ist die Zielgruppe? Welche Vorkenntnisse?), Format (Stichpunkte, Tabelle, Checkliste, Tonfall, Länge) und Iteration (Nachschärfen, vereinfachen, Beispiele geben, Qualitätskriterien hinzufügen). Die Teilnehmenden lernen hier drei wichtige Prinzipien: (1) Kontext reduziert Fehlinterpretationen und macht Antworten relevanter. (2) Formatvorgaben verhindern „Roman‑Antworten“ und sparen Zeit. (3) Iteration ist normal – die erste Antwort ist ein Entwurf, den man verbessern lässt. Didaktisch ist eine Mini‑Demo sehr wirkungsvoll: „Erklär KI“ liefert generische Antworten; ein guter Prompt mit Zielgruppe („für Einsteiger, 5 Bulletpoints, 1 Alltagsbeispiel, ohne Fachbegriffe“) erzeugt sofort ein spürbar besseres Ergebnis. Optional kann gezeigt werden, wie Kriterien Halluzinationen reduzieren: „Nenne Unsicherheiten“, „Gib Quellen an“, „Wenn du es nicht weißt, sag es.“ Gleichzeitig wird betont, dass Prompting keine Garantie ersetzt: Prüfen bleibt Pflicht, vor allem bei Fakten und sensiblen Themen. Visuell eignen sich Motive, die „Anleitung“ und „Zusammenarbeit“ symbolisieren: eine Person mit Checkliste, ein freundlicher Assistent, Gesprächssymbole. Die Foliennotizen enthalten die Bildprompts (Englisch) und Story‑Notizen („Nicht Technik, sondern Kommunikation“). Ergebnis dieser Einheit: Teilnehmende gehen mit einem konkreten Werkzeug nach Hause, das sie sofort in Alltagssituationen nutzen können – ob E‑Mails, Reiseplan, Lernhilfe oder Ideensammlung.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950078807"/>
      </p:ext>
    </p:extLst>
  </p:cSld>
  <p:clrMapOvr>
    <a:masterClrMapping/>
  </p:clrMapOvr>
</p:notes>
</file>

<file path=ppt/notesSlides/notesSlide_A01_BBB1A8F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KI-generierte Inhalte können fehlerhaft sein.
---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1971539917"/>
      </p:ext>
    </p:extLst>
  </p:cSld>
  <p:clrMapOvr>
    <a:masterClrMapping/>
  </p:clrMapOvr>
</p:notes>
</file>

<file path=ppt/notesSlides/notesSlide_A02_48DA726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Ziel des Vortrags, Tonalität und 60‑Minuten‑Fahrplan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1077534381"/>
      </p:ext>
    </p:extLst>
  </p:cSld>
  <p:clrMapOvr>
    <a:masterClrMapping/>
  </p:clrMapOvr>
</p:notes>
</file>

<file path=ppt/notesSlides/notesSlide_A03_F301EFF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Diese Einstiegseinheit setzt den Rahmen für den gesamten VHS‑Vortrag: Die Teilnehmenden sollen ohne technisches Vorwissen ein stabiles, alltagsnahes Grundverständnis von „KI“ entwickeln, damit sie aktuelle Tools (z. B. Chatbots) selbstbewusst, praktisch und verantwortungsvoll nutzen können. Inhaltlich beginnt die Präsentation bewusst mit einer Entdramatisierung: Künstliche Intelligenz wird nicht als „mystische Supermacht“ präsentiert, sondern als Werkzeugklasse, die aus Daten Muster ableitet und dadurch Texte, Bilder oder Vorschläge generieren kann. Der Einstieg verbindet drei zentrale Punkte: (1) Erwartungsmanagement („KI kann beeindruckend klingen und trotzdem falsch liegen“), (2) Lernzieltransparenz („Heute verstehen, ausprobieren, sicher nutzen“) und (3) Struktur („Wir gehen in drei großen Schritten vor: Herkunft &amp; Durchbruch, Funktionsweise von Machine Learning/GPT, Praxis mit Prompting plus Grenzen &amp; Risiken“). Didaktisch ist hier wichtig, die Teilnehmenden emotional abzuholen: Neugier statt Angst, Fehlerfreundlichkeit, und die Erlaubnis, Fragen zu stellen. In der Moderation kann ein kurzes Handzeichen‑Stimmungsbild eingebaut werden („Wer hat schon einmal ChatGPT oder eine ähnliche KI genutzt?“), um die Gruppe zu aktivieren und das Vorwissen sichtbar zu machen. Visuell stützt der Folienstil aus der bereitgestellten Vorlage den ruhigen, modernen Eindruck: dunkles Blau‑Grün‑Gradient‑Design, klare weiße Typografie und viel Platz für Bild‑ und Textbereiche. Für die zentralen Einstiegsfolien werden starke, freundliche KI‑Motive eingesetzt; in den Foliennotizen steht jeweils ein englischer Bild‑Prompt, und auf der Folie selbst eine kleine Quellenzeile („Quelle: KI‑generiertes Bild, ‚Prompt siehe Foliennotiz‘“). Die Story‑Notiz für diesen Block lautet: Orientierung geben, Komplexität reduzieren, und das Publikum auf eine gemeinsame Reise mit klaren Etappen mitnehmen. So entsteht von Anfang an das Gefühl: „Das kann ich verstehen und im Alltag anwenden.“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3732998961"/>
      </p:ext>
    </p:extLst>
  </p:cSld>
  <p:clrMapOvr>
    <a:masterClrMapping/>
  </p:clrMapOvr>
</p:notes>
</file>

<file path=ppt/notesSlides/notesSlide_A04_C227C2F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Anfänge der KI und warum der Durchbruch erst jetzt gelang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556933670"/>
      </p:ext>
    </p:extLst>
  </p:cSld>
  <p:clrMapOvr>
    <a:masterClrMapping/>
  </p:clrMapOvr>
</p:notes>
</file>

<file path=ppt/notesSlides/notesSlide_A05_1E3C085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In diesem Teil wird die Grundidee von KI historisch verankert und gleichzeitig erklärt, warum KI gerade heute so präsent ist. Zuerst wird die scheinbar einfache Leitfrage eingeführt, die das Feld seit den 1950er‑Jahren begleitet: „Können Maschinen denken?“ Daraus ergibt sich der didaktische Kontrast zwischen früher regelbasierter KI (Menschen schreiben Wenn‑Dann‑Regeln) und modernen datengetriebenen Verfahren (Modelle lernen Muster aus Beispielen). Wichtig ist, den Teilnehmenden zu zeigen, dass „KI“ kein plötzliches Phänomen ist, sondern ein Forschungsthema mit vielen Anläufen, Rückschlägen und Neuaufbrüchen. Danach folgt die Erklärung des „Rezept‑Modells“ für den aktuellen Durchbruch: Erst das Zusammenspiel aus (1) massiv mehr Rechenleistung (insbesondere GPUs, paralleles Rechnen), (2) enormen Datenmengen aus digitalem Alltag und Internet, sowie (3) verbesserten Algorithmen (Deep Learning, Transformer) ermöglicht heute Leistungen, die früher nicht praktikabel waren. Die Geschichte dient als Erwartungsbremse: Wenn KI Jahrzehnte brauchte, um alltagstauglich zu werden, ist es plausibel, dass sie auch heute nicht „fertig“ ist – und dass wir sie mit gesundem Realismus nutzen sollten. Für die Moderation eignet sich ein Alltagsvergleich: Kochen oder Backen – man braucht Zutaten (Daten), einen Ofen (Rechenleistung) und ein gutes Rezept (Algorithmen). Dabei wird klar: Mehr von nur einem Faktor reicht selten; die sprunghafte Verbesserung entsteht durch die Kombination. Visuell unterstützen starke, freundliche Motive (z. B. frühes Computer‑Labor oder abstrahierte „drei Säulen“ aus Compute‑Data‑Algorithms) die Erzählung. In den Foliennotizen ist jeweils ein englischer Prompt hinterlegt, der eine textfreie, nicht dystopische Illustration erzeugt. Story‑Notiz: Das Publikum soll mitnehmen, dass der aktuelle „Hype“ reale technische Ursachen hat, aber gleichzeitig aus geprägt ist von menschlichen Projektionen – und dass wir später im Vortrag lernen, wie man die Erwartungen an KI sinnvoll kalibriert.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1665388814"/>
      </p:ext>
    </p:extLst>
  </p:cSld>
  <p:clrMapOvr>
    <a:masterClrMapping/>
  </p:clrMapOvr>
</p:notes>
</file>

<file path=ppt/notesSlides/notesSlide_A06_5B37B30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KI-Wellen: Hype, Ernüchterung, „KI-Winter“ und die aktuelle Welle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3049585188"/>
      </p:ext>
    </p:extLst>
  </p:cSld>
  <p:clrMapOvr>
    <a:masterClrMapping/>
  </p:clrMapOvr>
</p:notes>
</file>

<file path=ppt/notesSlides/notesSlide_A07_2A52EAD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Dieser Abschnitt erklärt die KI‑Geschichte als wiederkehrendes Muster aus Erwartungen und Realität – ein entscheidender Baustein, um heutige Diskussionen einzuordnen. Inhaltlich wird die Entwicklung bewusst in wenigen Etappen erzählt, um Überforderung zu vermeiden: frühe Phase mit regelbasierter KI und überzogenen Versprechen, danach Phasen der Ernüchterung („KI‑Winter“) mit sinkender Förderung, anschließend Jahrzehnte, in denen KI vor allem als Spezialtechnologie in klar begrenzten Anwendungen existierte (z. B. Suche, Empfehlungssysteme, industrielle Optimierung). Der zweite große Aufschwung ab etwa 2012 wird als Deep‑Learning‑Boom erklärt: Fortschritte in Bild‑ und Spracherkennung wurden möglich, weil neuronale Netze mit großen Datensätzen und moderner Hardware skaliert werden konnten. Ab 2017 beschleunigte die Transformer‑Architektur die Entwicklung großer Sprachmodelle, weil sie Kontext über längere Textabschnitte modellieren kann. Didaktisch hat dieser Block drei Lernziele: (1) Die Teilnehmenden erkennen, dass „Hype‑Zyklen“ normal sind und nicht zwangsläufig Betrug bedeuten; (2) sie verstehen, warum zu große Erwartungen schaden können (Enttäuschung, falsche Investitionen, blindes Vertrauen); (3) sie erhalten eine Handlungsregel: Begeisterung mit kritischem Denken kombinieren. Besonders hilfreich ist eine Folie „Erwartungen vs. Realität“: Sie zeigt, dass KI oft „fast fertig“ wirkt, in der echten Welt aber an Ausnahmen, Mehrdeutigkeiten und Kontext scheitert. Hier kann die Moderation einprägsam formulieren: „KI ist stark in typischen Fällen, schwach in überraschenden Fällen.“ Visuell eignen sich eine klare, textfreie Timeline‑Illustration und ein Vergleichsmotiv (z. B. zwei Kurven oder zwei Szenarien), um das Wellenthema zu verankern. In den Notizen stehen Bildprompts und die Quellenzeile für KI‑Bilder. Story‑Notiz: Das Publikum soll sich nach diesem Block sicherer fühlen, weil es die gesellschaftliche Debatte besser einordnen kann – weder Euphorie noch Panik, sondern informierte Gelassenheit.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2055091473"/>
      </p:ext>
    </p:extLst>
  </p:cSld>
  <p:clrMapOvr>
    <a:masterClrMapping/>
  </p:clrMapOvr>
</p:notes>
</file>

<file path=ppt/notesSlides/notesSlide_A08_2B3A82B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Machine Learning als Lernen aus Beispielen – Prozess, Beispiele, Wahrscheinlichkeiten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2288011431"/>
      </p:ext>
    </p:extLst>
  </p:cSld>
  <p:clrMapOvr>
    <a:masterClrMapping/>
  </p:clrMapOvr>
</p:notes>
</file>

<file path=ppt/notesSlides/notesSlide_A09_BE725D7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In diesem Kernblock wird Machine Learning so erklärt, dass Teilnehmende ohne mathematischen Hintergrund ein tragfähiges mentales Modell aufbauen. Zuerst die Definition in Alltagssprache: Machine Learning bedeutet, dass Computer aus Beispielen Muster ableiten, statt dass Menschen alle Regeln explizit programmieren. Das führt direkt zur wichtigsten Konsequenz: ML‑Modelle liefern Ergebnisse als Wahrscheinlichkeiten, nicht als absolute Wahrheiten. Anschließend wird der Prozess als „Vogelperspektive“ präsentiert: (1) Daten sammeln (Beispiele), (2) Training (Modellparameter werden angepasst), (3) Test (Überprüfung an neuen Fällen), (4) Einsatz (Vorhersagen im Alltag). Die Sprecher‑Notizen nutzen dazu eine Fahrschul‑Analogie: Übungsplatz (Training), Prüfung (Test), Straßenverkehr (Einsatz). Danach wird „überwachtes Lernen“ anschaulich gemacht: Beispiele mit „richtiger Antwort“ (Labels) sind wie Karteikarten – vorne die Aufgabe, hinten die Lösung. Das Publikum kann sofort typische Anwendungen zuordnen (Spamfilter, Bilderkennung, Prognosen). Um den Begriff „Lernen“ nicht zu vermenschlichen, folgt ein Alltagsvergleich: Kinder lernen Sprache nicht über Grammatikformeln, sondern über viel Input, Nachahmung und Korrektur. Genau diese Wiederholung und Rückmeldung ist die strukturelle Parallele zu datengetriebenem Lernen – bei dem jedoch kein menschliches Verstehen, sondern statistische Anpassung passiert. Als Brücke zur späteren GPT‑Erklärung endet der Block mit dem Kaffee/Tee‑Beispiel: In einem typischen Kontext ist „Kaffee“ wahrscheinlich, aber „Tee“ bleibt möglich; ungewöhnliche Kontexte erhöhen das Raten. Das hilft, spätere Fehler (Halluzinationen) als Folge von Wahrscheinlichkeitsentscheidungen zu verstehen. Visuell werden Prozessdiagramme und ruhige, freundliche Illustrationen eingesetzt, die den Lernfluss zeigen (Data → Training → Model → Result) und die Analogie „Lernen aus Beispielen“ unterstützen. Story‑Notiz: Der Block soll eine zentrale Botschaft verankern: ML ist mächtig, aber nicht unfehlbar – es ist ein Werkzeug, das mit typischen Mustern gut zurechtkommt und bei Abweichungen unsicher wird.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506804369"/>
      </p:ext>
    </p:extLst>
  </p:cSld>
  <p:clrMapOvr>
    <a:masterClrMapping/>
  </p:clrMapOvr>
</p:notes>
</file>

<file path=ppt/notesSlides/notesSlide_A10_EB218F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Stärken: Entwürfe, Struktur, Varianten, Erklärungen – typische VHS‑Use‑Cases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3872444136"/>
      </p:ext>
    </p:extLst>
  </p:cSld>
  <p:clrMapOvr>
    <a:masterClrMapping/>
  </p:clrMapOvr>
</p:notes>
</file>

<file path=ppt/notesSlides/notesSlide_A11_2515F9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In dieser Praxis‑Sektion wird der Nutzen von KI konkret und „VHS‑tauglich“ gemacht. Zuerst werden die Stärken in wenigen, gut merkbaren Kategorien gebündelt: (1) Texte entwerfen und umformulieren (z. B. höflicher, kürzer, verständlicher), (2) Zusammenfassen und Strukturieren (lange Texte in Kernaussagen, Gliederungen, To‑do‑Listen), (3) Ideen generieren und Varianten liefern (Brainstorming, Alternativen, Formulierungen, Perspektiven), (4) Übersetzen und Erklären auf unterschiedlichen Niveaus („Erklär es wie für 12‑Jährige“). Der Vortrag betont dabei den produktiven Rollenwechsel: KI ist besonders stark beim „ersten Entwurf“ – die Endabnahme, Bewertung und Verantwortung verbleiben immer beim Menschen. Danach folgen alltagsnahe Beispiele, die bewusst risikoarm gewählt sind: eine höfliche E‑Mail formulieren, ein Rezept aus Resten vorschlagen (unter Hinweis, bei Allergien/Ernährung selbst zu prüfen), einen Reiseplan nach Interessen erstellen, oder Lernunterstützung für Schule/Weiterbildung. So entsteht ein „Aha“: KI ist nicht nur für IT‑Projekte, sondern ein Werkzeug für Kommunikation und Organisation. Didaktisch kann man den Teilnehmenden kurz zeigen, wie die gleiche Aufgabe durch bessere Promptstruktur deutlich bessere Ergebnisse liefert (Rolle/Kontext/Format). Gleichzeitig wird sanft eingeübt, Grenzen mitzudenken: „Bitte nenne Annahmen“, „Bitte gib Optionen“, „Bitte frage nach fehlenden Informationen“. Visuell passt eine freundliche Kollaborationsillustration (Menschen am Laptop, Icons für Zusammenfassung/Übersetzung/Ideen) und unterstützt die positive, hilfreiche Grundstimmung. Story‑Notiz: Die Teilnehmenden sollen Euphorie in konkrete Handlungsfähigkeit übersetzen: „Ich weiß jetzt, wofür ich KI sinnvoll einsetzen kann – und ich habe einen Plan, wie ich die Ergebnisse verbessere und prüfe.“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285646699"/>
      </p:ext>
    </p:extLst>
  </p:cSld>
  <p:clrMapOvr>
    <a:masterClrMapping/>
  </p:clrMapOvr>
</p:notes>
</file>

<file path=ppt/notesSlides/notesSlide_A12_F63AC66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Halluzinationen, Bias und Datenschutz: pragmatische Sicherheitsregeln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2195211658"/>
      </p:ext>
    </p:extLst>
  </p:cSld>
  <p:clrMapOvr>
    <a:masterClrMapping/>
  </p:clrMapOvr>
</p:notes>
</file>

<file path=ppt/notesSlides/notesSlide_A13_77332F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Dieser Block vermittelt verantwortungsvolle Nutzung ohne Angstkommunikation. Zentrale Botschaft ist: KI‑Ausgaben sind plausibilitätsoptimierte Vorschläge, keine geprüften Fakten. Daraus entsteht Risiko 1: Halluzinationen – KI füllt Lücken mit „wahrscheinlich klingendem Text“. Das passiert besonders bei Fakten, Zahlen, Quellenangaben und Detailwissen. Die Präsentation liefert deshalb eine einfache Prüfroutine, die Teilnehmende sofort anwenden können: (1) Bei wichtigen Aussagen nach Quellen fragen und die Quellen kritisch lesen (existieren sie, passen sie inhaltlich?). (2) Gegencheck mit einer zweiten Quelle (Suchmaschine, Fachseite, offizielles Dokument). (3) Plausibilitätscheck: Passt es zu Grundwissen und Kontext, oder sind rote Flaggen sichtbar (zu absolute Aussagen, erfundene Zitate, unklare Daten)? Risiko 2 ist Bias: Trainingsdaten spiegeln gesellschaftliche Verzerrungen; dadurch können Antworten einseitig, stereotyp oder unfair wirken. Hier wird betont, dass Bias nicht „Böswilligkeit“ ist, sondern Datenwirkung – und dass man Gegenmaßnahmen nutzen kann: verschiedene Perspektiven anfordern, neutrale Formulierungen wählen, Ergebnisse reflektieren. Risiko 3 ist Datenschutz: In viele KI‑Dienste sollte man keine sensiblen Daten eingeben (Gesundheit, Finanzen, Personalakten, Passwörter). Als leicht merkbarer Richtwert wird genannt: „Nur teilen, was du auch per E‑Mail verschicken würdest.“ Ergänzend können praktische Hinweise folgen: Anonymisieren, Platzhalter verwenden, lokale/offline Optionen prüfen, Unternehmensrichtlinien beachten. Didaktisch ist wichtig, Verantwortung klar zu verorten: KI trägt keine Verantwortung; der Mensch entscheidet, prüft und haftet. Der Block verbindet sich damit direkt mit dem früheren „Kein Denken, kein Verstehen“. Visuell können hier statt KI‑Bildern auch klare Icons/Diagramme genutzt werden (Prüf‑Checkliste, Waage für Fairness, Schloss für Datenschutz), um die Folien ruhig und seriös zu halten. Story‑Notiz: Das Publikum soll sich nach diesem Teil sicher fühlen, weil es konkrete Regeln kennt, die Risiken deutlich reduzieren, ohne den Nutzen zu verlieren.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2465679052"/>
      </p:ext>
    </p:extLst>
  </p:cSld>
  <p:clrMapOvr>
    <a:masterClrMapping/>
  </p:clrMapOvr>
</p:notes>
</file>

<file path=ppt/notesSlides/notesSlide_A14_DB4FCAB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„Kinderschuhe“, Ausblick (multimodal/Agenten/Regulierung) und fünf Takeaways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3631338534"/>
      </p:ext>
    </p:extLst>
  </p:cSld>
  <p:clrMapOvr>
    <a:masterClrMapping/>
  </p:clrMapOvr>
</p:notes>
</file>

<file path=ppt/notesSlides/notesSlide_A15_3F32D5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Der Abschlussblock ordnet KI zeitlich ein und endet motivierend. Zunächst wird die These „KI steht noch in den Kinderschuhen“ mit einem Technologievergleich greifbar gemacht: Viele Innovationen wirkten in der Frühphase beeindruckend, aber holprig (Auto, Eisenbahn, Computer) – später wurden sie Standard und in alltägliche Werkzeuge integriert. Diese Perspektive hilft, zwei Extreme zu vermeiden: die Annahme, KI sei bereits allmächtig, und die Annahme, sie sei nur ein kurzlebiger Trend. Danach folgt ein realistischer Ausblick in drei Linien: (1) Mehr Multimodalität – Systeme verarbeiten nicht nur Text, sondern auch Bild, Audio und Video in einem Arbeitsfluss. (2) Mehr „Agenten“ – KI wird zunehmend Aufgaben ausführen, indem sie Tools nutzt (Kalender, Dokumente, Websuche, Automatisierungen), statt nur zu chatten. (3) Mehr Regeln und Standards – Sicherheitsanforderungen, Transparenz, Datenschutz und Urheberrecht gewinnen an Bedeutung, weil KI in viele Lebensbereiche hineinwächst. Wichtig ist dabei die didaktische Tonalität: Der Ausblick soll neugierig machen, aber die Verantwortung nicht relativieren. Abschließend werden die fünf wichtigsten Takeaways als Merkliste verdichtet: KI ist ein Werkzeug, kein Wesen; sie arbeitet mit Wahrscheinlichkeiten, nicht Wahrheit; sie kann sehr helfen und trotzdem irren; gute Prompts verbessern Ergebnisse erheblich; die Verantwortung bleibt beim Menschen. Für die Moderation bietet sich ein „Ermutigungs‑Abschluss“ an: Die Teilnehmenden sollen mit einem konkreten nächsten Schritt gehen (z. B. ein eigenes Prompt‑Experiment im Alltag) und gleichzeitig mit einer Prüfroutine im Kopf (Quellen, Gegencheck, Datenschutzregel). Visuell passt hier ein optimistisches Zukunftsmotiv (warm, nicht dystopisch) und ein ruhiges Fazit‑Bild mit Symbolen für Klarheit (Checkmark, Glühbirne, abstraktes Gehirn). In den Foliennotizen sind die Bildprompts hinterlegt, auf der Folie steht die kleine Quellenzeile. Story‑Notiz: Ende dialogisch öffnen – Q&amp;A und ggf. kurze Übung, damit das Gelernte nicht nur verstanden, sondern als Kompetenz erlebt wird.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3105799185"/>
      </p:ext>
    </p:extLst>
  </p:cSld>
  <p:clrMapOvr>
    <a:masterClrMapping/>
  </p:clrMapOvr>
</p:notes>
</file>

<file path=ppt/notesSlides/notesSlide_A16_ADCD3EE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Fragen, Referenzen und Glossar-Vorlage (aus dem PPTX-Stil)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3354506132"/>
      </p:ext>
    </p:extLst>
  </p:cSld>
  <p:clrMapOvr>
    <a:masterClrMapping/>
  </p:clrMapOvr>
</p:notes>
</file>

<file path=ppt/notesSlides/notesSlide_A17_CF99A8C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Diese Folie verweist auf Informationen aus der folgenden Datei: https://corpdir-my.sharepoint.com/personal/hgloett_emea_corpdir_net/_layouts/15/Doc.aspx?sourcedoc=%7B884829E6-2A7E-4513-8393-2B1E6EDA9374%7D&amp;file=Vorlage.pptx&amp;action=edit&amp;mobileredirect=true
Der Anhang dient drei Funktionen: Erstens schafft er Raum für Rückfragen und eine kurze Aktivierung („Welche Anwendung würdest du testen?“, „Formuliere einen guten Prompt nach R‑K‑F‑I“). Das ist didaktisch wichtig, weil Teilnehmende häufig erst am Ende erkennen, wo noch Unsicherheiten liegen. Eine kurze Übung (3 Minuten) kann die Transferleistung erhöhen: In Zweiergruppen wählt jede Person eine Alltagssituation (z. B. höfliche E‑Mail, Lernhilfe, Reiseplanung) und formuliert einen Prompt mit Rolle, Kontext, Format und einem Qualitätskriterium („max. 8 Bulletpoints“, „frage nach fehlenden Infos“, „nenne Annahmen“). Zweitens bündelt der Anhang die im Vortrag erwähnten Meilensteine als Orientierungspunkte (z. B. Transformer‑Paper 2017, Deep‑Learning‑Durchbruch um 2012, Begriff „AI winter“). In der tatsächlichen Präsentationsdatei ist dafür eine Quellenfolie enthalten, die als „Weiterführendes“ verstanden wird – nicht als Prüfungslast für das Publikum. Drittens wird ein Glossar angeboten, das auf dem Stil der hochgeladenen Vorlage basiert: Es kann für Kursunterlagen oder einen Handzettel genutzt werden, um Begriffe wie „Token“, „Training“, „Bias“, „Halluzination“ oder „Transformer“ mit kurzen, leicht verständlichen Erklärungen zu füllen. Der große Vorteil eines Glossars in VHS‑Kontexten ist, dass Teilnehmende später nachschlagen können, ohne während des Vortrags alles mitschreiben zu müssen. Optional kann die Kursleitung ankündigen, das Glossar nach dem Kurs als PDF bereitzustellen. Visuell bleibt auch der Anhang im gleichen ruhigen Template‑Look, der bereits am Anfang Vertrauen und Klarheit erzeugt hat. In der Story‑Notiz wird empfohlen, den Abschluss interaktiv und wertschätzend zu gestalten: Fragen zulassen, Unsicherheiten normalisieren, und mit einer „Du kannst das“-Haltung enden. Dadurch wird der Kurs nicht als reine Wissensvermittlung erlebt, sondern als Kompetenzaufbau, der im Alltag unmittelbar Wirkung entfalten kann.
</a:t>
            </a:r>
          </a:p>
        </p:txBody>
      </p:sp>
      <p:sp>
        <p:nvSpPr>
          <p:cNvPr id="4" name="Slide Number Placeholder 3"/>
          <p:cNvSpPr>
            <a:spLocks noGrp="1"/>
          </p:cNvSpPr>
          <p:nvPr>
            <p:ph type="sldNum" sz="quarter" idx="5"/>
          </p:nvPr>
        </p:nvSpPr>
        <p:spPr/>
        <p:txBody>
          <a:bodyPr/>
          <a:lstStyle/>
          <a:p>
            <a:fld id="{EE60A634-8BC9-4234-8646-822AEA942502}" type="slidenum">
              <a:t/>
            </a:fld>
            <a:endParaRPr lang="en-US"/>
          </a:p>
        </p:txBody>
      </p:sp>
    </p:spTree>
    <p:extLst>
      <p:ext uri="{BB962C8B-B14F-4D97-AF65-F5344CB8AC3E}">
        <p14:creationId xmlns:p14="http://schemas.microsoft.com/office/powerpoint/2010/main" val="687011585"/>
      </p:ext>
    </p:extLst>
  </p:cSld>
  <p:clrMapOvr>
    <a:masterClrMapping/>
  </p:clrMapOvr>
</p:notes>
</file>

<file path=ppt/slideLayouts/_rels/slideLayout_8000000A_E082EE6E.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0B_D6BDBB98.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1A_ADEFF6FB.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1B_E64C2D3D.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1C_781A40B5.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1D_4BA02B2E.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1E_950CBDF.xml.rels><?xml version="1.0" encoding="UTF-8" standalone="yes"?>
<Relationships xmlns="http://schemas.openxmlformats.org/package/2006/relationships"><Relationship Id="rId2" Type="http://schemas.openxmlformats.org/officeDocument/2006/relationships/image" Target="../media/image_8D9DDD6B.jpeg"/><Relationship Id="rId1" Type="http://schemas.openxmlformats.org/officeDocument/2006/relationships/slideMaster" Target="../slideMasters/slideMaster_80000000_46329CC3.xml"/></Relationships>
</file>

<file path=ppt/slideLayouts/_rels/slideLayout_8000001F_45CDD79.xml.rels><?xml version="1.0" encoding="UTF-8" standalone="yes"?>
<Relationships xmlns="http://schemas.openxmlformats.org/package/2006/relationships"><Relationship Id="rId2" Type="http://schemas.openxmlformats.org/officeDocument/2006/relationships/image" Target="../media/image_8D9DDD6B.jpeg"/><Relationship Id="rId1" Type="http://schemas.openxmlformats.org/officeDocument/2006/relationships/slideMaster" Target="../slideMasters/slideMaster_80000000_46329CC3.xml"/></Relationships>
</file>

<file path=ppt/slideLayouts/_rels/slideLayout_8000002A_D6C22117.xml.rels><?xml version="1.0" encoding="UTF-8" standalone="yes"?>
<Relationships xmlns="http://schemas.openxmlformats.org/package/2006/relationships"><Relationship Id="rId2" Type="http://schemas.openxmlformats.org/officeDocument/2006/relationships/image" Target="../media/image_82893792.jpeg"/><Relationship Id="rId1" Type="http://schemas.openxmlformats.org/officeDocument/2006/relationships/slideMaster" Target="../slideMasters/slideMaster_80000000_46329CC3.xml"/></Relationships>
</file>

<file path=ppt/slideLayouts/_rels/slideLayout_8000002B_4CC193D0.xml.rels><?xml version="1.0" encoding="UTF-8" standalone="yes"?>
<Relationships xmlns="http://schemas.openxmlformats.org/package/2006/relationships"><Relationship Id="rId2" Type="http://schemas.openxmlformats.org/officeDocument/2006/relationships/image" Target="../media/image_68186845.jpeg"/><Relationship Id="rId1" Type="http://schemas.openxmlformats.org/officeDocument/2006/relationships/slideMaster" Target="../slideMasters/slideMaster_80000000_46329CC3.xml"/></Relationships>
</file>

<file path=ppt/slideLayouts/_rels/slideLayout_8000002C_EAD7891D.xml.rels><?xml version="1.0" encoding="UTF-8" standalone="yes"?>
<Relationships xmlns="http://schemas.openxmlformats.org/package/2006/relationships"><Relationship Id="rId2" Type="http://schemas.openxmlformats.org/officeDocument/2006/relationships/image" Target="../media/image_9CA11EBB.jpeg"/><Relationship Id="rId1" Type="http://schemas.openxmlformats.org/officeDocument/2006/relationships/slideMaster" Target="../slideMasters/slideMaster_80000000_46329CC3.xml"/></Relationships>
</file>

<file path=ppt/slideLayouts/_rels/slideLayout_8000002D_380F0FBB.xml.rels><?xml version="1.0" encoding="UTF-8" standalone="yes"?>
<Relationships xmlns="http://schemas.openxmlformats.org/package/2006/relationships"><Relationship Id="rId2" Type="http://schemas.openxmlformats.org/officeDocument/2006/relationships/image" Target="../media/image_68186845.jpeg"/><Relationship Id="rId1" Type="http://schemas.openxmlformats.org/officeDocument/2006/relationships/slideMaster" Target="../slideMasters/slideMaster_80000000_46329CC3.xml"/></Relationships>
</file>

<file path=ppt/slideLayouts/_rels/slideLayout_8000002E_D1A34B00.xml.rels><?xml version="1.0" encoding="UTF-8" standalone="yes"?>
<Relationships xmlns="http://schemas.openxmlformats.org/package/2006/relationships"><Relationship Id="rId2" Type="http://schemas.openxmlformats.org/officeDocument/2006/relationships/image" Target="../media/image_9CA11EBB.jpeg"/><Relationship Id="rId1" Type="http://schemas.openxmlformats.org/officeDocument/2006/relationships/slideMaster" Target="../slideMasters/slideMaster_80000000_46329CC3.xml"/></Relationships>
</file>

<file path=ppt/slideLayouts/_rels/slideLayout_8000002F_BB7FD8C9.xml.rels><?xml version="1.0" encoding="UTF-8" standalone="yes"?>
<Relationships xmlns="http://schemas.openxmlformats.org/package/2006/relationships"><Relationship Id="rId2" Type="http://schemas.openxmlformats.org/officeDocument/2006/relationships/image" Target="../media/image_5ED648DE.jpeg"/><Relationship Id="rId1" Type="http://schemas.openxmlformats.org/officeDocument/2006/relationships/slideMaster" Target="../slideMasters/slideMaster_80000000_46329CC3.xml"/></Relationships>
</file>

<file path=ppt/slideLayouts/_rels/slideLayout_8000003A_E5286737.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3B_645BA595.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3C_933969B9.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3D_87220955.xml.rels><?xml version="1.0" encoding="UTF-8" standalone="yes"?>
<Relationships xmlns="http://schemas.openxmlformats.org/package/2006/relationships"><Relationship Id="rId2" Type="http://schemas.openxmlformats.org/officeDocument/2006/relationships/image" Target="../media/image_9CA11EBB.jpeg"/><Relationship Id="rId1" Type="http://schemas.openxmlformats.org/officeDocument/2006/relationships/slideMaster" Target="../slideMasters/slideMaster_80000000_46329CC3.xml"/></Relationships>
</file>

<file path=ppt/slideLayouts/_rels/slideLayout_8000003E_D0168030.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3F_6D3DC4BD.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01_37569D07.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02_B08210CA.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03_19C6A92C.xml.rels><?xml version="1.0" encoding="UTF-8" standalone="yes"?>
<Relationships xmlns="http://schemas.openxmlformats.org/package/2006/relationships"><Relationship Id="rId2" Type="http://schemas.openxmlformats.org/officeDocument/2006/relationships/image" Target="../media/image_82893792.jpeg"/><Relationship Id="rId1" Type="http://schemas.openxmlformats.org/officeDocument/2006/relationships/slideMaster" Target="../slideMasters/slideMaster_80000000_46329CC3.xml"/></Relationships>
</file>

<file path=ppt/slideLayouts/_rels/slideLayout_80000004_33F88B00.xml.rels><?xml version="1.0" encoding="UTF-8" standalone="yes"?>
<Relationships xmlns="http://schemas.openxmlformats.org/package/2006/relationships"><Relationship Id="rId2" Type="http://schemas.openxmlformats.org/officeDocument/2006/relationships/image" Target="../media/image_5ED648DE.jpeg"/><Relationship Id="rId1" Type="http://schemas.openxmlformats.org/officeDocument/2006/relationships/slideMaster" Target="../slideMasters/slideMaster_80000000_46329CC3.xml"/></Relationships>
</file>

<file path=ppt/slideLayouts/_rels/slideLayout_80000005_B52E6B9E.xml.rels><?xml version="1.0" encoding="UTF-8" standalone="yes"?>
<Relationships xmlns="http://schemas.openxmlformats.org/package/2006/relationships"><Relationship Id="rId2" Type="http://schemas.openxmlformats.org/officeDocument/2006/relationships/image" Target="../media/image_68186845.jpeg"/><Relationship Id="rId1" Type="http://schemas.openxmlformats.org/officeDocument/2006/relationships/slideMaster" Target="../slideMasters/slideMaster_80000000_46329CC3.xml"/></Relationships>
</file>

<file path=ppt/slideLayouts/_rels/slideLayout_80000006_6270275D.xml.rels><?xml version="1.0" encoding="UTF-8" standalone="yes"?>
<Relationships xmlns="http://schemas.openxmlformats.org/package/2006/relationships"><Relationship Id="rId2" Type="http://schemas.openxmlformats.org/officeDocument/2006/relationships/image" Target="../media/image_5ED648DE.jpeg"/><Relationship Id="rId1" Type="http://schemas.openxmlformats.org/officeDocument/2006/relationships/slideMaster" Target="../slideMasters/slideMaster_80000000_46329CC3.xml"/></Relationships>
</file>

<file path=ppt/slideLayouts/_rels/slideLayout_80000007_621DCC2D.xml.rels><?xml version="1.0" encoding="UTF-8" standalone="yes"?>
<Relationships xmlns="http://schemas.openxmlformats.org/package/2006/relationships"><Relationship Id="rId2" Type="http://schemas.openxmlformats.org/officeDocument/2006/relationships/image" Target="../media/image_8E02E0C.svg"/><Relationship Id="rId1" Type="http://schemas.openxmlformats.org/officeDocument/2006/relationships/slideMaster" Target="../slideMasters/slideMaster_80000000_46329CC3.xml"/></Relationships>
</file>

<file path=ppt/slideLayouts/_rels/slideLayout_80000008_E88D2708.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09_60210654.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18_DE3938C5.xml.rels><?xml version="1.0" encoding="UTF-8" standalone="yes"?>
<Relationships xmlns="http://schemas.openxmlformats.org/package/2006/relationships"><Relationship Id="rId2" Type="http://schemas.openxmlformats.org/officeDocument/2006/relationships/image" Target="../media/image_8D9DDD6B.jpeg"/><Relationship Id="rId1" Type="http://schemas.openxmlformats.org/officeDocument/2006/relationships/slideMaster" Target="../slideMasters/slideMaster_80000000_46329CC3.xml"/></Relationships>
</file>

<file path=ppt/slideLayouts/_rels/slideLayout_80000019_3DFCDFDE.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20_C20FC488.xml.rels><?xml version="1.0" encoding="UTF-8" standalone="yes"?>
<Relationships xmlns="http://schemas.openxmlformats.org/package/2006/relationships"><Relationship Id="rId2" Type="http://schemas.openxmlformats.org/officeDocument/2006/relationships/image" Target="../media/image_5ED648DE.jpeg"/><Relationship Id="rId1" Type="http://schemas.openxmlformats.org/officeDocument/2006/relationships/slideMaster" Target="../slideMasters/slideMaster_80000000_46329CC3.xml"/></Relationships>
</file>

<file path=ppt/slideLayouts/_rels/slideLayout_80000021_F599207C.xml.rels><?xml version="1.0" encoding="UTF-8" standalone="yes"?>
<Relationships xmlns="http://schemas.openxmlformats.org/package/2006/relationships"><Relationship Id="rId2" Type="http://schemas.openxmlformats.org/officeDocument/2006/relationships/image" Target="../media/image_5ED648DE.jpeg"/><Relationship Id="rId1" Type="http://schemas.openxmlformats.org/officeDocument/2006/relationships/slideMaster" Target="../slideMasters/slideMaster_80000000_46329CC3.xml"/></Relationships>
</file>

<file path=ppt/slideLayouts/_rels/slideLayout_80000022_A03AED4A.xml.rels><?xml version="1.0" encoding="UTF-8" standalone="yes"?>
<Relationships xmlns="http://schemas.openxmlformats.org/package/2006/relationships"><Relationship Id="rId2" Type="http://schemas.openxmlformats.org/officeDocument/2006/relationships/image" Target="../media/image_68186845.jpeg"/><Relationship Id="rId1" Type="http://schemas.openxmlformats.org/officeDocument/2006/relationships/slideMaster" Target="../slideMasters/slideMaster_80000000_46329CC3.xml"/></Relationships>
</file>

<file path=ppt/slideLayouts/_rels/slideLayout_80000023_6AA9A318.xml.rels><?xml version="1.0" encoding="UTF-8" standalone="yes"?>
<Relationships xmlns="http://schemas.openxmlformats.org/package/2006/relationships"><Relationship Id="rId2" Type="http://schemas.openxmlformats.org/officeDocument/2006/relationships/image" Target="../media/image_68186845.jpeg"/><Relationship Id="rId1" Type="http://schemas.openxmlformats.org/officeDocument/2006/relationships/slideMaster" Target="../slideMasters/slideMaster_80000000_46329CC3.xml"/></Relationships>
</file>

<file path=ppt/slideLayouts/_rels/slideLayout_80000024_F0E8CE11.xml.rels><?xml version="1.0" encoding="UTF-8" standalone="yes"?>
<Relationships xmlns="http://schemas.openxmlformats.org/package/2006/relationships"><Relationship Id="rId2" Type="http://schemas.openxmlformats.org/officeDocument/2006/relationships/image" Target="../media/image_9CA11EBB.jpeg"/><Relationship Id="rId1" Type="http://schemas.openxmlformats.org/officeDocument/2006/relationships/slideMaster" Target="../slideMasters/slideMaster_80000000_46329CC3.xml"/></Relationships>
</file>

<file path=ppt/slideLayouts/_rels/slideLayout_80000025_A644DE66.xml.rels><?xml version="1.0" encoding="UTF-8" standalone="yes"?>
<Relationships xmlns="http://schemas.openxmlformats.org/package/2006/relationships"><Relationship Id="rId2" Type="http://schemas.openxmlformats.org/officeDocument/2006/relationships/image" Target="../media/image_9CA11EBB.jpeg"/><Relationship Id="rId1" Type="http://schemas.openxmlformats.org/officeDocument/2006/relationships/slideMaster" Target="../slideMasters/slideMaster_80000000_46329CC3.xml"/></Relationships>
</file>

<file path=ppt/slideLayouts/_rels/slideLayout_80000026_809CAA96.xml.rels><?xml version="1.0" encoding="UTF-8" standalone="yes"?>
<Relationships xmlns="http://schemas.openxmlformats.org/package/2006/relationships"><Relationship Id="rId2" Type="http://schemas.openxmlformats.org/officeDocument/2006/relationships/image" Target="../media/image_9CA11EBB.jpeg"/><Relationship Id="rId1" Type="http://schemas.openxmlformats.org/officeDocument/2006/relationships/slideMaster" Target="../slideMasters/slideMaster_80000000_46329CC3.xml"/></Relationships>
</file>

<file path=ppt/slideLayouts/_rels/slideLayout_80000027_78FB4DA3.xml.rels><?xml version="1.0" encoding="UTF-8" standalone="yes"?>
<Relationships xmlns="http://schemas.openxmlformats.org/package/2006/relationships"><Relationship Id="rId2" Type="http://schemas.openxmlformats.org/officeDocument/2006/relationships/image" Target="../media/image_9CA11EBB.jpeg"/><Relationship Id="rId1" Type="http://schemas.openxmlformats.org/officeDocument/2006/relationships/slideMaster" Target="../slideMasters/slideMaster_80000000_46329CC3.xml"/></Relationships>
</file>

<file path=ppt/slideLayouts/_rels/slideLayout_80000028_7AB24444.xml.rels><?xml version="1.0" encoding="UTF-8" standalone="yes"?>
<Relationships xmlns="http://schemas.openxmlformats.org/package/2006/relationships"><Relationship Id="rId2" Type="http://schemas.openxmlformats.org/officeDocument/2006/relationships/image" Target="../media/image_82893792.jpeg"/><Relationship Id="rId1" Type="http://schemas.openxmlformats.org/officeDocument/2006/relationships/slideMaster" Target="../slideMasters/slideMaster_80000000_46329CC3.xml"/></Relationships>
</file>

<file path=ppt/slideLayouts/_rels/slideLayout_80000029_B9CEECF9.xml.rels><?xml version="1.0" encoding="UTF-8" standalone="yes"?>
<Relationships xmlns="http://schemas.openxmlformats.org/package/2006/relationships"><Relationship Id="rId2" Type="http://schemas.openxmlformats.org/officeDocument/2006/relationships/image" Target="../media/image_82893792.jpeg"/><Relationship Id="rId1" Type="http://schemas.openxmlformats.org/officeDocument/2006/relationships/slideMaster" Target="../slideMasters/slideMaster_80000000_46329CC3.xml"/></Relationships>
</file>

<file path=ppt/slideLayouts/_rels/slideLayout_80000030_F3853588.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31_ACB52E8A.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32_BB764C45.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33_BBB4079F.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34_8B240DD7.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35_63276EA0.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36_CADC1E37.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37_609080B0.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38_E495B767.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_rels/slideLayout_80000039_A6C3634C.xml.rels><?xml version="1.0" encoding="UTF-8" standalone="yes"?>
<Relationships xmlns="http://schemas.openxmlformats.org/package/2006/relationships"><Relationship Id="rId1" Type="http://schemas.openxmlformats.org/officeDocument/2006/relationships/slideMaster" Target="../slideMasters/slideMaster_80000000_46329CC3.xml"/></Relationships>
</file>

<file path=ppt/slideLayouts/slideLayout_8000000A_E082EE6E.xml><?xml version="1.0" encoding="utf-8"?>
<p:sldLayout xmlns:a="http://schemas.openxmlformats.org/drawingml/2006/main" xmlns:r="http://schemas.openxmlformats.org/officeDocument/2006/relationships" xmlns:p="http://schemas.openxmlformats.org/presentationml/2006/main" preserve="1">
  <p:cSld name="Abschnittsüberschrift 2">
    <p:bg>
      <p:bgPr>
        <a:solidFill>
          <a:schemeClr val="accent4"/>
        </a:solidFill>
        <a:effectLst/>
      </p:bgPr>
    </p:bg>
    <p:spTree>
      <p:nvGrpSpPr>
        <p:cNvPr id="1" name=""/>
        <p:cNvGrpSpPr/>
        <p:nvPr/>
      </p:nvGrpSpPr>
      <p:grpSpPr>
        <a:xfrm>
          <a:off x="0" y="0"/>
          <a:ext cx="0" cy="0"/>
          <a:chOff x="0" y="0"/>
          <a:chExt cx="0" cy="0"/>
        </a:xfrm>
      </p:grpSpPr>
      <p:sp>
        <p:nvSpPr>
          <p:cNvPr id="7" name="Freihandform: Form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pPr rtl="0"/>
            <a:endParaRPr lang="en-US"/>
          </a:p>
        </p:txBody>
      </p:sp>
      <p:sp>
        <p:nvSpPr>
          <p:cNvPr id="9" name="Freihandform: Form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pPr rtl="0"/>
            <a:endParaRPr lang="en-US"/>
          </a:p>
        </p:txBody>
      </p:sp>
      <p:sp>
        <p:nvSpPr>
          <p:cNvPr id="10" name="Freihandform: Form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pPr rtl="0"/>
            <a:endParaRPr lang="en-US"/>
          </a:p>
        </p:txBody>
      </p:sp>
      <p:sp>
        <p:nvSpPr>
          <p:cNvPr id="11" name="Freihandform: Form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pPr rtl="0"/>
            <a:endParaRPr lang="en-US"/>
          </a:p>
        </p:txBody>
      </p:sp>
      <p:sp>
        <p:nvSpPr>
          <p:cNvPr id="2" name="Titel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rtl="0"/>
            <a:r>
              <a:rPr lang="de"/>
              <a:t>Abschnittsüberschrift</a:t>
            </a:r>
          </a:p>
        </p:txBody>
      </p:sp>
      <p:sp>
        <p:nvSpPr>
          <p:cNvPr id="5" name="Fußzeilenplatzhalt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rtlCol="0">
            <a:noAutofit/>
          </a:bodyPr>
          <a:lstStyle>
            <a:lvl1pPr>
              <a:defRPr>
                <a:solidFill>
                  <a:schemeClr val="bg1"/>
                </a:solidFill>
              </a:defRPr>
            </a:lvl1pPr>
          </a:lstStyle>
          <a:p>
            <a:pPr rtl="0"/>
            <a:r>
              <a:rPr lang="de"/>
              <a:t>Beispiel für einen Fußzeilentext</a:t>
            </a:r>
          </a:p>
        </p:txBody>
      </p:sp>
      <p:sp>
        <p:nvSpPr>
          <p:cNvPr id="4" name="Datumsplatzhalt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rtlCol="0">
            <a:noAutofit/>
          </a:bodyPr>
          <a:lstStyle>
            <a:lvl1pPr>
              <a:defRPr>
                <a:solidFill>
                  <a:schemeClr val="bg1"/>
                </a:solidFill>
              </a:defRPr>
            </a:lvl1pPr>
          </a:lstStyle>
          <a:p>
            <a:pPr rtl="0"/>
            <a:r>
              <a:rPr lang="en-US"/>
              <a:t>10.08.2025</a:t>
            </a:r>
          </a:p>
        </p:txBody>
      </p:sp>
      <p:sp>
        <p:nvSpPr>
          <p:cNvPr id="6" name="Foliennummernplatzhalt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rtlCol="0">
            <a:noAutofit/>
          </a:bodyPr>
          <a:lstStyle>
            <a:lvl1pPr>
              <a:defRPr>
                <a:solidFill>
                  <a:schemeClr val="bg1"/>
                </a:solidFill>
              </a:defRPr>
            </a:lvl1pPr>
          </a:lstStyle>
          <a:p>
            <a:pPr rtl="0"/>
            <a:fld id="{AEAA3239-9EA4-4A65-A281-97F994456D9F}" type="slidenum">
              <a:rPr lang="en-US" smtClean="0"/>
              <a:pPr rtl="0"/>
              <a:t/>
            </a:fld>
            <a:endParaRPr lang="en-US"/>
          </a:p>
        </p:txBody>
      </p:sp>
    </p:spTree>
    <p:extLst>
      <p:ext uri="{BB962C8B-B14F-4D97-AF65-F5344CB8AC3E}">
        <p14:creationId xmlns:p14="http://schemas.microsoft.com/office/powerpoint/2010/main" val="37666771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B_D6BDBB9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ihandform: Form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pPr rtl="0"/>
            <a:endParaRPr lang="en-US"/>
          </a:p>
        </p:txBody>
      </p:sp>
      <p:sp>
        <p:nvSpPr>
          <p:cNvPr id="9" name="Freihandform: Form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pPr rtl="0"/>
            <a:endParaRPr lang="en-US"/>
          </a:p>
        </p:txBody>
      </p:sp>
      <p:sp>
        <p:nvSpPr>
          <p:cNvPr id="10" name="Freihandform: Form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pPr rtl="0"/>
            <a:endParaRPr lang="en-US"/>
          </a:p>
        </p:txBody>
      </p:sp>
      <p:sp>
        <p:nvSpPr>
          <p:cNvPr id="11" name="Freihandform: Form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pPr rtl="0"/>
            <a:endParaRPr lang="en-US"/>
          </a:p>
        </p:txBody>
      </p:sp>
      <p:sp>
        <p:nvSpPr>
          <p:cNvPr id="2" name="Titel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rtlCol="0" anchor="t">
            <a:noAutofit/>
          </a:bodyPr>
          <a:lstStyle>
            <a:lvl1pPr>
              <a:defRPr sz="9000"/>
            </a:lvl1pPr>
          </a:lstStyle>
          <a:p>
            <a:pPr rtl="0"/>
            <a:r>
              <a:rPr lang="de"/>
              <a:t>Agenda</a:t>
            </a:r>
          </a:p>
        </p:txBody>
      </p:sp>
      <p:sp>
        <p:nvSpPr>
          <p:cNvPr id="7" name="Inhaltsplatzhalt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rtlCol="0"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4" name="Fußzeilenplatzhalt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noAutofit/>
          </a:bodyPr>
          <a:lstStyle/>
          <a:p>
            <a:pPr rtl="0"/>
            <a:r>
              <a:rPr lang="de"/>
              <a:t>Beispiel für einen Fußzeilentext</a:t>
            </a:r>
          </a:p>
        </p:txBody>
      </p:sp>
      <p:sp>
        <p:nvSpPr>
          <p:cNvPr id="3" name="Datumsplatzhalter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noAutofit/>
          </a:bodyPr>
          <a:lstStyle/>
          <a:p>
            <a:pPr rtl="0"/>
            <a:r>
              <a:rPr lang="en-US"/>
              <a:t>10.08.2025</a:t>
            </a:r>
          </a:p>
        </p:txBody>
      </p:sp>
      <p:sp>
        <p:nvSpPr>
          <p:cNvPr id="5" name="Foliennummernplatzhalt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3602758552"/>
      </p:ext>
    </p:extLst>
  </p:cSld>
  <p:clrMapOvr>
    <a:masterClrMapping/>
  </p:clrMapOvr>
</p:sldLayout>
</file>

<file path=ppt/slideLayouts/slideLayout_8000001A_ADEFF6FB.xml><?xml version="1.0" encoding="utf-8"?>
<p:sldLayout xmlns:a="http://schemas.openxmlformats.org/drawingml/2006/main" xmlns:r="http://schemas.openxmlformats.org/officeDocument/2006/relationships" xmlns:p="http://schemas.openxmlformats.org/presentationml/2006/main" preserve="1">
  <p:cSld name="Inhalt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rtlCol="0" anchor="t">
            <a:noAutofit/>
          </a:bodyPr>
          <a:lstStyle>
            <a:lvl1pPr>
              <a:defRPr sz="5400"/>
            </a:lvl1pPr>
          </a:lstStyle>
          <a:p>
            <a:pPr rtl="0"/>
            <a:r>
              <a:rPr lang="de"/>
              <a:t>Titelmasterformat durch Klicken bearbeiten</a:t>
            </a:r>
          </a:p>
        </p:txBody>
      </p:sp>
      <p:sp>
        <p:nvSpPr>
          <p:cNvPr id="8" name="Inhaltsplatzhalt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rtlCol="0">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5" name="Fußzeilenplatzhalt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de"/>
              <a:t>Beispiel für einen Fußzeilentext</a:t>
            </a:r>
          </a:p>
        </p:txBody>
      </p:sp>
      <p:sp>
        <p:nvSpPr>
          <p:cNvPr id="4" name="Datumsplatzhalter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10.08.2025</a:t>
            </a:r>
          </a:p>
        </p:txBody>
      </p:sp>
      <p:sp>
        <p:nvSpPr>
          <p:cNvPr id="6" name="Foliennummernplatzhalt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
            </a:fld>
            <a:endParaRPr lang="en-US"/>
          </a:p>
        </p:txBody>
      </p:sp>
      <p:sp>
        <p:nvSpPr>
          <p:cNvPr id="9" name="Freihandform: Form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pPr rtl="0"/>
            <a:endParaRPr lang="en-US"/>
          </a:p>
        </p:txBody>
      </p:sp>
      <p:sp>
        <p:nvSpPr>
          <p:cNvPr id="10" name="Freihandform: Form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pPr rtl="0"/>
            <a:endParaRPr lang="en-US"/>
          </a:p>
        </p:txBody>
      </p:sp>
      <p:sp>
        <p:nvSpPr>
          <p:cNvPr id="11" name="Freihandform: Form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pPr rtl="0"/>
            <a:endParaRPr lang="en-US"/>
          </a:p>
        </p:txBody>
      </p:sp>
      <p:sp>
        <p:nvSpPr>
          <p:cNvPr id="12" name="Freihandform: Form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pPr rtl="0"/>
            <a:endParaRPr lang="en-US"/>
          </a:p>
        </p:txBody>
      </p:sp>
    </p:spTree>
    <p:extLst>
      <p:ext uri="{BB962C8B-B14F-4D97-AF65-F5344CB8AC3E}">
        <p14:creationId xmlns:p14="http://schemas.microsoft.com/office/powerpoint/2010/main" val="2918184699"/>
      </p:ext>
    </p:extLst>
  </p:cSld>
  <p:clrMapOvr>
    <a:masterClrMapping/>
  </p:clrMapOvr>
</p:sldLayout>
</file>

<file path=ppt/slideLayouts/slideLayout_8000001B_E64C2D3D.xml><?xml version="1.0" encoding="utf-8"?>
<p:sldLayout xmlns:a="http://schemas.openxmlformats.org/drawingml/2006/main" xmlns:r="http://schemas.openxmlformats.org/officeDocument/2006/relationships" xmlns:p="http://schemas.openxmlformats.org/presentationml/2006/main" preserve="1">
  <p:cSld name="Inhalt 4">
    <p:spTree>
      <p:nvGrpSpPr>
        <p:cNvPr id="1" name=""/>
        <p:cNvGrpSpPr/>
        <p:nvPr/>
      </p:nvGrpSpPr>
      <p:grpSpPr>
        <a:xfrm>
          <a:off x="0" y="0"/>
          <a:ext cx="0" cy="0"/>
          <a:chOff x="0" y="0"/>
          <a:chExt cx="0" cy="0"/>
        </a:xfrm>
      </p:grpSpPr>
      <p:sp>
        <p:nvSpPr>
          <p:cNvPr id="7" name="Freihandform: Form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pPr rtl="0"/>
            <a:endParaRPr lang="en-US"/>
          </a:p>
        </p:txBody>
      </p:sp>
      <p:sp>
        <p:nvSpPr>
          <p:cNvPr id="9" name="Freihandform: Form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pPr rtl="0"/>
            <a:endParaRPr lang="en-US"/>
          </a:p>
        </p:txBody>
      </p:sp>
      <p:sp>
        <p:nvSpPr>
          <p:cNvPr id="10" name="Freihandform: Form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pPr rtl="0"/>
            <a:endParaRPr lang="en-US"/>
          </a:p>
        </p:txBody>
      </p:sp>
      <p:sp>
        <p:nvSpPr>
          <p:cNvPr id="11" name="Freihandform: Form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pPr rtl="0"/>
            <a:endParaRPr lang="en-US"/>
          </a:p>
        </p:txBody>
      </p:sp>
      <p:sp>
        <p:nvSpPr>
          <p:cNvPr id="2" name="Titel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rtlCol="0" anchor="t">
            <a:noAutofit/>
          </a:bodyPr>
          <a:lstStyle>
            <a:lvl1pPr>
              <a:defRPr sz="5400"/>
            </a:lvl1pPr>
          </a:lstStyle>
          <a:p>
            <a:pPr rtl="0"/>
            <a:r>
              <a:rPr lang="de"/>
              <a:t>Titelmasterformat durch Klicken bearbeiten</a:t>
            </a:r>
          </a:p>
        </p:txBody>
      </p:sp>
      <p:sp>
        <p:nvSpPr>
          <p:cNvPr id="8" name="Inhaltsplatzhalt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rtlCol="0">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5" name="Fußzeilenplatzhalt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de"/>
              <a:t>Beispiel für einen Fußzeilentext</a:t>
            </a:r>
          </a:p>
        </p:txBody>
      </p:sp>
      <p:sp>
        <p:nvSpPr>
          <p:cNvPr id="4" name="Datumsplatzhalter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10.08.2025</a:t>
            </a:r>
          </a:p>
        </p:txBody>
      </p:sp>
      <p:sp>
        <p:nvSpPr>
          <p:cNvPr id="6" name="Foliennummernplatzhalt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
            </a:fld>
            <a:endParaRPr lang="en-US"/>
          </a:p>
        </p:txBody>
      </p:sp>
    </p:spTree>
    <p:extLst>
      <p:ext uri="{BB962C8B-B14F-4D97-AF65-F5344CB8AC3E}">
        <p14:creationId xmlns:p14="http://schemas.microsoft.com/office/powerpoint/2010/main" val="3863751997"/>
      </p:ext>
    </p:extLst>
  </p:cSld>
  <p:clrMapOvr>
    <a:masterClrMapping/>
  </p:clrMapOvr>
</p:sldLayout>
</file>

<file path=ppt/slideLayouts/slideLayout_8000001C_781A40B5.xml><?xml version="1.0" encoding="utf-8"?>
<p:sldLayout xmlns:a="http://schemas.openxmlformats.org/drawingml/2006/main" xmlns:r="http://schemas.openxmlformats.org/officeDocument/2006/relationships" xmlns:p="http://schemas.openxmlformats.org/presentationml/2006/main" preserve="1" userDrawn="1">
  <p:cSld name="Inhalt 5">
    <p:spTree>
      <p:nvGrpSpPr>
        <p:cNvPr id="1" name=""/>
        <p:cNvGrpSpPr/>
        <p:nvPr/>
      </p:nvGrpSpPr>
      <p:grpSpPr>
        <a:xfrm>
          <a:off x="0" y="0"/>
          <a:ext cx="0" cy="0"/>
          <a:chOff x="0" y="0"/>
          <a:chExt cx="0" cy="0"/>
        </a:xfrm>
      </p:grpSpPr>
      <p:sp>
        <p:nvSpPr>
          <p:cNvPr id="7" name="Freihandform: Form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pPr rtl="0"/>
            <a:endParaRPr lang="en-US"/>
          </a:p>
        </p:txBody>
      </p:sp>
      <p:sp>
        <p:nvSpPr>
          <p:cNvPr id="9" name="Freihandform: Form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pPr rtl="0"/>
            <a:endParaRPr lang="en-US"/>
          </a:p>
        </p:txBody>
      </p:sp>
      <p:sp>
        <p:nvSpPr>
          <p:cNvPr id="11" name="Freihandform: Form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pPr rtl="0"/>
            <a:endParaRPr lang="en-US"/>
          </a:p>
        </p:txBody>
      </p:sp>
      <p:sp>
        <p:nvSpPr>
          <p:cNvPr id="12" name="Freihandform: Form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pPr rtl="0"/>
            <a:endParaRPr lang="en-US"/>
          </a:p>
        </p:txBody>
      </p:sp>
      <p:sp>
        <p:nvSpPr>
          <p:cNvPr id="2" name="Titel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rtlCol="0" anchor="t">
            <a:noAutofit/>
          </a:bodyPr>
          <a:lstStyle>
            <a:lvl1pPr>
              <a:defRPr sz="5400"/>
            </a:lvl1pPr>
          </a:lstStyle>
          <a:p>
            <a:pPr rtl="0"/>
            <a:r>
              <a:rPr lang="de"/>
              <a:t>Titelmasterformat durch Klicken bearbeiten</a:t>
            </a:r>
          </a:p>
        </p:txBody>
      </p:sp>
      <p:sp>
        <p:nvSpPr>
          <p:cNvPr id="8" name="Inhaltsplatzhalt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rtlCol="0">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5" name="Fußzeilenplatzhalt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Autofit/>
          </a:bodyPr>
          <a:lstStyle/>
          <a:p>
            <a:pPr rtl="0"/>
            <a:r>
              <a:rPr lang="de"/>
              <a:t>Beispiel für einen Fußzeilentext</a:t>
            </a:r>
          </a:p>
        </p:txBody>
      </p:sp>
      <p:sp>
        <p:nvSpPr>
          <p:cNvPr id="4" name="Datumsplatzhalter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noAutofit/>
          </a:bodyPr>
          <a:lstStyle/>
          <a:p>
            <a:pPr rtl="0"/>
            <a:r>
              <a:rPr lang="en-US"/>
              <a:t>10.08.2025</a:t>
            </a:r>
          </a:p>
        </p:txBody>
      </p:sp>
      <p:sp>
        <p:nvSpPr>
          <p:cNvPr id="6" name="Foliennummernplatzhalt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2014986421"/>
      </p:ext>
    </p:extLst>
  </p:cSld>
  <p:clrMapOvr>
    <a:masterClrMapping/>
  </p:clrMapOvr>
</p:sldLayout>
</file>

<file path=ppt/slideLayouts/slideLayout_8000001D_4BA02B2E.xml><?xml version="1.0" encoding="utf-8"?>
<p:sldLayout xmlns:a="http://schemas.openxmlformats.org/drawingml/2006/main" xmlns:r="http://schemas.openxmlformats.org/officeDocument/2006/relationships" xmlns:p="http://schemas.openxmlformats.org/presentationml/2006/main" preserve="1">
  <p:cSld name="Inhalt 6">
    <p:spTree>
      <p:nvGrpSpPr>
        <p:cNvPr id="1" name=""/>
        <p:cNvGrpSpPr/>
        <p:nvPr/>
      </p:nvGrpSpPr>
      <p:grpSpPr>
        <a:xfrm>
          <a:off x="0" y="0"/>
          <a:ext cx="0" cy="0"/>
          <a:chOff x="0" y="0"/>
          <a:chExt cx="0" cy="0"/>
        </a:xfrm>
      </p:grpSpPr>
      <p:sp>
        <p:nvSpPr>
          <p:cNvPr id="9" name="Freihandform: Form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pPr rtl="0"/>
            <a:endParaRPr lang="en-US"/>
          </a:p>
        </p:txBody>
      </p:sp>
      <p:sp>
        <p:nvSpPr>
          <p:cNvPr id="10" name="Freihandform: Form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pPr rtl="0"/>
            <a:endParaRPr lang="en-US"/>
          </a:p>
        </p:txBody>
      </p:sp>
      <p:sp>
        <p:nvSpPr>
          <p:cNvPr id="11" name="Freihandform: Form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pPr rtl="0"/>
            <a:endParaRPr lang="en-US"/>
          </a:p>
        </p:txBody>
      </p:sp>
      <p:sp>
        <p:nvSpPr>
          <p:cNvPr id="12" name="Freihandform: Form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pPr rtl="0"/>
            <a:endParaRPr lang="en-US"/>
          </a:p>
        </p:txBody>
      </p:sp>
      <p:sp>
        <p:nvSpPr>
          <p:cNvPr id="2" name="Titel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rtlCol="0" anchor="t">
            <a:noAutofit/>
          </a:bodyPr>
          <a:lstStyle>
            <a:lvl1pPr>
              <a:defRPr sz="5400"/>
            </a:lvl1pPr>
          </a:lstStyle>
          <a:p>
            <a:pPr rtl="0"/>
            <a:r>
              <a:rPr lang="de"/>
              <a:t>Titelmasterformat durch Klicken bearbeiten</a:t>
            </a:r>
          </a:p>
        </p:txBody>
      </p:sp>
      <p:sp>
        <p:nvSpPr>
          <p:cNvPr id="8" name="Inhaltsplatzhalt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rtlCol="0">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5" name="Fußzeilenplatzhalt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Autofit/>
          </a:bodyPr>
          <a:lstStyle/>
          <a:p>
            <a:pPr rtl="0"/>
            <a:r>
              <a:rPr lang="de"/>
              <a:t>Beispiel für einen Fußzeilentext</a:t>
            </a:r>
          </a:p>
        </p:txBody>
      </p:sp>
      <p:sp>
        <p:nvSpPr>
          <p:cNvPr id="4" name="Datumsplatzhalter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noAutofit/>
          </a:bodyPr>
          <a:lstStyle/>
          <a:p>
            <a:pPr rtl="0"/>
            <a:r>
              <a:rPr lang="en-US"/>
              <a:t>10.08.2025</a:t>
            </a:r>
          </a:p>
        </p:txBody>
      </p:sp>
      <p:sp>
        <p:nvSpPr>
          <p:cNvPr id="6" name="Foliennummernplatzhalt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1268788014"/>
      </p:ext>
    </p:extLst>
  </p:cSld>
  <p:clrMapOvr>
    <a:masterClrMapping/>
  </p:clrMapOvr>
</p:sldLayout>
</file>

<file path=ppt/slideLayouts/slideLayout_8000001E_950CBDF.xml><?xml version="1.0" encoding="utf-8"?>
<p:sldLayout xmlns:a="http://schemas.openxmlformats.org/drawingml/2006/main" xmlns:r="http://schemas.openxmlformats.org/officeDocument/2006/relationships" xmlns:p="http://schemas.openxmlformats.org/presentationml/2006/main" preserve="1">
  <p:cSld name="Inhalt mit Bild">
    <p:bg>
      <p:bgPr>
        <a:solidFill>
          <a:schemeClr val="bg2"/>
        </a:solidFill>
        <a:effectLst/>
      </p:bgPr>
    </p:bg>
    <p:spTree>
      <p:nvGrpSpPr>
        <p:cNvPr id="1" name=""/>
        <p:cNvGrpSpPr/>
        <p:nvPr/>
      </p:nvGrpSpPr>
      <p:grpSpPr>
        <a:xfrm>
          <a:off x="0" y="0"/>
          <a:ext cx="0" cy="0"/>
          <a:chOff x="0" y="0"/>
          <a:chExt cx="0" cy="0"/>
        </a:xfrm>
      </p:grpSpPr>
      <p:cxnSp>
        <p:nvCxnSpPr>
          <p:cNvPr id="6" name="Gerader Verbinde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rtlCol="0" anchor="b">
            <a:noAutofit/>
          </a:bodyPr>
          <a:lstStyle>
            <a:lvl1pPr>
              <a:defRPr>
                <a:solidFill>
                  <a:schemeClr val="tx2"/>
                </a:solidFill>
              </a:defRPr>
            </a:lvl1pPr>
          </a:lstStyle>
          <a:p>
            <a:pPr rtl="0"/>
            <a:r>
              <a:rPr lang="de"/>
              <a:t>Titelmasterformat durch Klicken bearbeiten</a:t>
            </a:r>
          </a:p>
        </p:txBody>
      </p:sp>
      <p:sp>
        <p:nvSpPr>
          <p:cNvPr id="14" name="Bildplatzhalt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rtlCol="0">
            <a:noAutofit/>
          </a:bodyPr>
          <a:lstStyle>
            <a:lvl1pPr marL="0" indent="0">
              <a:buNone/>
              <a:defRPr/>
            </a:lvl1pPr>
          </a:lstStyle>
          <a:p>
            <a:pPr rtl="0"/>
            <a:r>
              <a:rPr lang="de"/>
              <a:t>.</a:t>
            </a:r>
          </a:p>
        </p:txBody>
      </p:sp>
      <p:sp>
        <p:nvSpPr>
          <p:cNvPr id="8" name="Inhaltsplatzhalt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rtlCol="0">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9" name="Fußzeilenplatzhalt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rtlCol="0">
            <a:noAutofit/>
          </a:bodyPr>
          <a:lstStyle>
            <a:lvl1pPr>
              <a:defRPr>
                <a:solidFill>
                  <a:schemeClr val="tx1"/>
                </a:solidFill>
              </a:defRPr>
            </a:lvl1pPr>
          </a:lstStyle>
          <a:p>
            <a:pPr rtl="0"/>
            <a:r>
              <a:rPr lang="de"/>
              <a:t>Beispiel-Fußzeilentext</a:t>
            </a:r>
            <a:endParaRPr lang="en-US"/>
          </a:p>
        </p:txBody>
      </p:sp>
      <p:sp>
        <p:nvSpPr>
          <p:cNvPr id="4" name="Datumsplatzhalt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rtlCol="0">
            <a:noAutofit/>
          </a:bodyPr>
          <a:lstStyle>
            <a:lvl1pPr>
              <a:defRPr>
                <a:solidFill>
                  <a:schemeClr val="tx1"/>
                </a:solidFill>
              </a:defRPr>
            </a:lvl1pPr>
          </a:lstStyle>
          <a:p>
            <a:pPr rtl="0"/>
            <a:r>
              <a:rPr lang="en-US"/>
              <a:t>10.08.2025</a:t>
            </a:r>
          </a:p>
        </p:txBody>
      </p:sp>
      <p:sp>
        <p:nvSpPr>
          <p:cNvPr id="10" name="Foliennummernplatzhalt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rtlCol="0">
            <a:noAutofit/>
          </a:bodyPr>
          <a:lstStyle>
            <a:lvl1pPr>
              <a:defRPr>
                <a:solidFill>
                  <a:schemeClr val="tx1"/>
                </a:solidFill>
              </a:defRPr>
            </a:lvl1pPr>
          </a:lstStyle>
          <a:p>
            <a:pPr rtl="0"/>
            <a:fld id="{AEAA3239-9EA4-4A65-A281-97F994456D9F}" type="slidenum">
              <a:rPr lang="en-US" smtClean="0"/>
              <a:pPr rtl="0"/>
              <a:t/>
            </a:fld>
            <a:endParaRPr lang="en-US"/>
          </a:p>
        </p:txBody>
      </p:sp>
    </p:spTree>
    <p:extLst>
      <p:ext uri="{BB962C8B-B14F-4D97-AF65-F5344CB8AC3E}">
        <p14:creationId xmlns:p14="http://schemas.microsoft.com/office/powerpoint/2010/main" val="156290015"/>
      </p:ext>
    </p:extLst>
  </p:cSld>
  <p:clrMapOvr>
    <a:masterClrMapping/>
  </p:clrMapOvr>
</p:sldLayout>
</file>

<file path=ppt/slideLayouts/slideLayout_8000001F_45CDD79.xml><?xml version="1.0" encoding="utf-8"?>
<p:sldLayout xmlns:a="http://schemas.openxmlformats.org/drawingml/2006/main" xmlns:r="http://schemas.openxmlformats.org/officeDocument/2006/relationships" xmlns:p="http://schemas.openxmlformats.org/presentationml/2006/main" preserve="1" userDrawn="1">
  <p:cSld name="Inhalt mit Bild 2">
    <p:spTree>
      <p:nvGrpSpPr>
        <p:cNvPr id="1" name=""/>
        <p:cNvGrpSpPr/>
        <p:nvPr/>
      </p:nvGrpSpPr>
      <p:grpSpPr>
        <a:xfrm>
          <a:off x="0" y="0"/>
          <a:ext cx="0" cy="0"/>
          <a:chOff x="0" y="0"/>
          <a:chExt cx="0" cy="0"/>
        </a:xfrm>
      </p:grpSpPr>
      <p:cxnSp>
        <p:nvCxnSpPr>
          <p:cNvPr id="5" name="Gerader Verbinde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rtlCol="0" anchor="b">
            <a:noAutofit/>
          </a:bodyPr>
          <a:lstStyle/>
          <a:p>
            <a:pPr rtl="0"/>
            <a:r>
              <a:rPr lang="de"/>
              <a:t>Titelmasterformat durch Klicken bearbeiten</a:t>
            </a:r>
          </a:p>
        </p:txBody>
      </p:sp>
      <p:sp>
        <p:nvSpPr>
          <p:cNvPr id="8" name="Inhaltsplatzhalt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rtlCol="0">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10" name="Fußzeilenplatzhalt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rtlCol="0">
            <a:noAutofit/>
          </a:bodyPr>
          <a:lstStyle/>
          <a:p>
            <a:pPr rtl="0"/>
            <a:r>
              <a:rPr lang="de"/>
              <a:t>Beispiel für Fußzeilentext</a:t>
            </a:r>
            <a:endParaRPr lang="en-US"/>
          </a:p>
        </p:txBody>
      </p:sp>
      <p:sp>
        <p:nvSpPr>
          <p:cNvPr id="9" name="Datumsplatzhalt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rtlCol="0">
            <a:noAutofit/>
          </a:bodyPr>
          <a:lstStyle/>
          <a:p>
            <a:pPr rtl="0"/>
            <a:r>
              <a:rPr lang="en-US"/>
              <a:t>10.08.2025</a:t>
            </a:r>
          </a:p>
        </p:txBody>
      </p:sp>
      <p:sp>
        <p:nvSpPr>
          <p:cNvPr id="12" name="Foliennummernplatzhalt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rtlCol="0">
            <a:noAutofit/>
          </a:bodyPr>
          <a:lstStyle/>
          <a:p>
            <a:pPr rtl="0"/>
            <a:fld id="{AEAA3239-9EA4-4A65-A281-97F994456D9F}" type="slidenum">
              <a:rPr lang="en-US" smtClean="0"/>
              <a:t/>
            </a:fld>
            <a:endParaRPr lang="en-US"/>
          </a:p>
        </p:txBody>
      </p:sp>
      <p:sp>
        <p:nvSpPr>
          <p:cNvPr id="4" name="Bildplatzhalt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rtlCol="0">
            <a:noAutofit/>
          </a:bodyPr>
          <a:lstStyle>
            <a:lvl1pPr marL="0" indent="0">
              <a:buNone/>
              <a:defRPr/>
            </a:lvl1pPr>
          </a:lstStyle>
          <a:p>
            <a:pPr rtl="0"/>
            <a:r>
              <a:rPr lang="de"/>
              <a:t>.</a:t>
            </a:r>
          </a:p>
        </p:txBody>
      </p:sp>
    </p:spTree>
    <p:extLst>
      <p:ext uri="{BB962C8B-B14F-4D97-AF65-F5344CB8AC3E}">
        <p14:creationId xmlns:p14="http://schemas.microsoft.com/office/powerpoint/2010/main" val="73194873"/>
      </p:ext>
    </p:extLst>
  </p:cSld>
  <p:clrMapOvr>
    <a:masterClrMapping/>
  </p:clrMapOvr>
</p:sldLayout>
</file>

<file path=ppt/slideLayouts/slideLayout_8000002A_D6C22117.xml><?xml version="1.0" encoding="utf-8"?>
<p:sldLayout xmlns:a="http://schemas.openxmlformats.org/drawingml/2006/main" xmlns:r="http://schemas.openxmlformats.org/officeDocument/2006/relationships" xmlns:p="http://schemas.openxmlformats.org/presentationml/2006/main" preserve="1" userDrawn="1">
  <p:cSld name="Inhalt mit Bild 1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rtlCol="0" anchor="t">
            <a:noAutofit/>
          </a:bodyPr>
          <a:lstStyle>
            <a:lvl1pPr>
              <a:defRPr sz="5400"/>
            </a:lvl1pPr>
          </a:lstStyle>
          <a:p>
            <a:pPr rtl="0"/>
            <a:r>
              <a:rPr lang="de"/>
              <a:t>Titelmasterformat durch Klicken bearbeiten</a:t>
            </a:r>
          </a:p>
        </p:txBody>
      </p:sp>
      <p:sp>
        <p:nvSpPr>
          <p:cNvPr id="8" name="Inhaltsplatzhalt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endParaRPr lang="en-US"/>
          </a:p>
        </p:txBody>
      </p:sp>
      <p:sp>
        <p:nvSpPr>
          <p:cNvPr id="6" name="Fußzeilenplatzhalt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rtlCol="0">
            <a:noAutofit/>
          </a:bodyPr>
          <a:lstStyle/>
          <a:p>
            <a:pPr rtl="0"/>
            <a:r>
              <a:rPr lang="de"/>
              <a:t>Beispiel für einen Fußzeilentext</a:t>
            </a:r>
            <a:endParaRPr lang="en-US"/>
          </a:p>
        </p:txBody>
      </p:sp>
      <p:sp>
        <p:nvSpPr>
          <p:cNvPr id="5" name="Datumsplatzhalt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rtlCol="0">
            <a:noAutofit/>
          </a:bodyPr>
          <a:lstStyle/>
          <a:p>
            <a:pPr rtl="0"/>
            <a:r>
              <a:rPr lang="en-US"/>
              <a:t>10.08.2025</a:t>
            </a:r>
          </a:p>
        </p:txBody>
      </p:sp>
      <p:sp>
        <p:nvSpPr>
          <p:cNvPr id="7" name="Foliennummernplatzhalt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rtlCol="0">
            <a:noAutofit/>
          </a:bodyPr>
          <a:lstStyle/>
          <a:p>
            <a:pPr rtl="0"/>
            <a:fld id="{AEAA3239-9EA4-4A65-A281-97F994456D9F}" type="slidenum">
              <a:rPr lang="en-US" smtClean="0"/>
              <a:t/>
            </a:fld>
            <a:endParaRPr lang="en-US"/>
          </a:p>
        </p:txBody>
      </p:sp>
      <p:sp>
        <p:nvSpPr>
          <p:cNvPr id="3" name="Bildplatzhalt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rtlCol="0"/>
          <a:lstStyle>
            <a:lvl1pPr marL="0" indent="0">
              <a:buNone/>
              <a:defRPr/>
            </a:lvl1pPr>
          </a:lstStyle>
          <a:p>
            <a:pPr rtl="0"/>
            <a:r>
              <a:rPr lang="de"/>
              <a:t>.</a:t>
            </a:r>
          </a:p>
        </p:txBody>
      </p:sp>
    </p:spTree>
    <p:extLst>
      <p:ext uri="{BB962C8B-B14F-4D97-AF65-F5344CB8AC3E}">
        <p14:creationId xmlns:p14="http://schemas.microsoft.com/office/powerpoint/2010/main" val="3603046679"/>
      </p:ext>
    </p:extLst>
  </p:cSld>
  <p:clrMapOvr>
    <a:masterClrMapping/>
  </p:clrMapOvr>
</p:sldLayout>
</file>

<file path=ppt/slideLayouts/slideLayout_8000002B_4CC193D0.xml><?xml version="1.0" encoding="utf-8"?>
<p:sldLayout xmlns:a="http://schemas.openxmlformats.org/drawingml/2006/main" xmlns:r="http://schemas.openxmlformats.org/officeDocument/2006/relationships" xmlns:p="http://schemas.openxmlformats.org/presentationml/2006/main" preserve="1" userDrawn="1">
  <p:cSld name="Inhalt mit Bild 14">
    <p:bg>
      <p:bgPr>
        <a:solidFill>
          <a:schemeClr val="bg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rtlCol="0" anchor="b">
            <a:noAutofit/>
          </a:bodyPr>
          <a:lstStyle/>
          <a:p>
            <a:pPr rtl="0"/>
            <a:r>
              <a:rPr lang="de"/>
              <a:t>Titelmasterformat durch Klicken bearbeiten</a:t>
            </a:r>
          </a:p>
        </p:txBody>
      </p:sp>
      <p:sp>
        <p:nvSpPr>
          <p:cNvPr id="8" name="Inhaltsplatzhalt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rtlCol="0">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6" name="Bildplatzhalt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rtlCol="0"/>
          <a:lstStyle/>
          <a:p>
            <a:pPr rtl="0"/>
            <a:endParaRPr lang="en-US"/>
          </a:p>
        </p:txBody>
      </p:sp>
      <p:cxnSp>
        <p:nvCxnSpPr>
          <p:cNvPr id="3" name="Gerader Verbinde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ußzeilenplatzhalt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rtlCol="0">
            <a:noAutofit/>
          </a:bodyPr>
          <a:lstStyle/>
          <a:p>
            <a:pPr rtl="0"/>
            <a:r>
              <a:rPr lang="de"/>
              <a:t>Beispiel für Fußzeilentext</a:t>
            </a:r>
          </a:p>
        </p:txBody>
      </p:sp>
      <p:sp>
        <p:nvSpPr>
          <p:cNvPr id="11" name="Datumsplatzhalt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rtlCol="0">
            <a:noAutofit/>
          </a:bodyPr>
          <a:lstStyle/>
          <a:p>
            <a:pPr rtl="0"/>
            <a:r>
              <a:rPr lang="en-US"/>
              <a:t>10.08.2025</a:t>
            </a:r>
          </a:p>
        </p:txBody>
      </p:sp>
      <p:sp>
        <p:nvSpPr>
          <p:cNvPr id="14" name="Foliennummernplatzhalt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1287754704"/>
      </p:ext>
    </p:extLst>
  </p:cSld>
  <p:clrMapOvr>
    <a:overrideClrMapping bg1="lt1" tx1="dk1" bg2="lt2" tx2="dk2" accent1="accent1" accent2="accent2" accent3="accent3" accent4="accent4" accent5="accent5" accent6="accent6" hlink="hlink" folHlink="folHlink"/>
  </p:clrMapOvr>
</p:sldLayout>
</file>

<file path=ppt/slideLayouts/slideLayout_8000002C_EAD7891D.xml><?xml version="1.0" encoding="utf-8"?>
<p:sldLayout xmlns:a="http://schemas.openxmlformats.org/drawingml/2006/main" xmlns:r="http://schemas.openxmlformats.org/officeDocument/2006/relationships" xmlns:p="http://schemas.openxmlformats.org/presentationml/2006/main" preserve="1" userDrawn="1">
  <p:cSld name="Inhalt mit Bild 1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rtlCol="0" anchor="b">
            <a:noAutofit/>
          </a:bodyPr>
          <a:lstStyle/>
          <a:p>
            <a:pPr rtl="0"/>
            <a:r>
              <a:rPr lang="de"/>
              <a:t>Titelmasterformat durch Klicken bearbeiten</a:t>
            </a:r>
          </a:p>
        </p:txBody>
      </p:sp>
      <p:cxnSp>
        <p:nvCxnSpPr>
          <p:cNvPr id="7" name="Gerader Verbinde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Inhaltsplatzhalt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rtlCol="0">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11" name="Bildplatzhalt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rtlCol="0"/>
          <a:lstStyle/>
          <a:p>
            <a:pPr rtl="0"/>
            <a:endParaRPr lang="en-US"/>
          </a:p>
        </p:txBody>
      </p:sp>
      <p:sp>
        <p:nvSpPr>
          <p:cNvPr id="9" name="Fußzeilenplatzhalt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rtlCol="0">
            <a:noAutofit/>
          </a:bodyPr>
          <a:lstStyle/>
          <a:p>
            <a:pPr rtl="0"/>
            <a:r>
              <a:rPr lang="de"/>
              <a:t>Beispiel-Fußzeilentext</a:t>
            </a:r>
            <a:endParaRPr lang="en-US"/>
          </a:p>
        </p:txBody>
      </p:sp>
      <p:sp>
        <p:nvSpPr>
          <p:cNvPr id="4" name="Datumsplatzhalt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rtlCol="0">
            <a:noAutofit/>
          </a:bodyPr>
          <a:lstStyle/>
          <a:p>
            <a:pPr rtl="0"/>
            <a:r>
              <a:rPr lang="en-US"/>
              <a:t>10.08.2025</a:t>
            </a:r>
          </a:p>
        </p:txBody>
      </p:sp>
      <p:sp>
        <p:nvSpPr>
          <p:cNvPr id="10" name="Foliennummernplatzhalt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3939993885"/>
      </p:ext>
    </p:extLst>
  </p:cSld>
  <p:clrMapOvr>
    <a:masterClrMapping/>
  </p:clrMapOvr>
</p:sldLayout>
</file>

<file path=ppt/slideLayouts/slideLayout_8000002D_380F0FBB.xml><?xml version="1.0" encoding="utf-8"?>
<p:sldLayout xmlns:a="http://schemas.openxmlformats.org/drawingml/2006/main" xmlns:r="http://schemas.openxmlformats.org/officeDocument/2006/relationships" xmlns:p="http://schemas.openxmlformats.org/presentationml/2006/main" preserve="1" userDrawn="1">
  <p:cSld name="Inhalt mit Bild 16">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rtlCol="0" anchor="b">
            <a:noAutofit/>
          </a:bodyPr>
          <a:lstStyle/>
          <a:p>
            <a:pPr rtl="0"/>
            <a:r>
              <a:rPr lang="de"/>
              <a:t>Titelmasterformat durch Klicken bearbeiten</a:t>
            </a:r>
          </a:p>
        </p:txBody>
      </p:sp>
      <p:sp>
        <p:nvSpPr>
          <p:cNvPr id="16" name="Bildplatzhalt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rtlCol="0"/>
          <a:lstStyle/>
          <a:p>
            <a:pPr rtl="0"/>
            <a:endParaRPr lang="en-US"/>
          </a:p>
        </p:txBody>
      </p:sp>
      <p:sp>
        <p:nvSpPr>
          <p:cNvPr id="8" name="Inhaltsplatzhalt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rtlCol="0">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cxnSp>
        <p:nvCxnSpPr>
          <p:cNvPr id="15" name="Gerader Verbinde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ußzeilenplatzhalt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rtlCol="0">
            <a:noAutofit/>
          </a:bodyPr>
          <a:lstStyle/>
          <a:p>
            <a:pPr rtl="0"/>
            <a:r>
              <a:rPr lang="de"/>
              <a:t>Beispiel für Fußzeilentext</a:t>
            </a:r>
          </a:p>
        </p:txBody>
      </p:sp>
      <p:sp>
        <p:nvSpPr>
          <p:cNvPr id="3" name="Datumsplatzhalt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rtlCol="0">
            <a:noAutofit/>
          </a:bodyPr>
          <a:lstStyle/>
          <a:p>
            <a:pPr rtl="0"/>
            <a:r>
              <a:rPr lang="en-US"/>
              <a:t>10.08.2025</a:t>
            </a:r>
          </a:p>
        </p:txBody>
      </p:sp>
      <p:sp>
        <p:nvSpPr>
          <p:cNvPr id="6" name="Foliennummernplatzhalt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940511163"/>
      </p:ext>
    </p:extLst>
  </p:cSld>
  <p:clrMapOvr>
    <a:masterClrMapping/>
  </p:clrMapOvr>
</p:sldLayout>
</file>

<file path=ppt/slideLayouts/slideLayout_8000002E_D1A34B00.xml><?xml version="1.0" encoding="utf-8"?>
<p:sldLayout xmlns:a="http://schemas.openxmlformats.org/drawingml/2006/main" xmlns:r="http://schemas.openxmlformats.org/officeDocument/2006/relationships" xmlns:p="http://schemas.openxmlformats.org/presentationml/2006/main" preserve="1" userDrawn="1">
  <p:cSld name="Inhalt mit Bild 17">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rtlCol="0" anchor="b">
            <a:noAutofit/>
          </a:bodyPr>
          <a:lstStyle>
            <a:lvl1pPr>
              <a:defRPr sz="5400"/>
            </a:lvl1pPr>
          </a:lstStyle>
          <a:p>
            <a:pPr rtl="0"/>
            <a:r>
              <a:rPr lang="de"/>
              <a:t>Titelmasterformat durch Klicken bearbeiten</a:t>
            </a:r>
          </a:p>
        </p:txBody>
      </p:sp>
      <p:sp>
        <p:nvSpPr>
          <p:cNvPr id="4" name="Bildplatzhalt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rtlCol="0"/>
          <a:lstStyle/>
          <a:p>
            <a:pPr rtl="0"/>
            <a:endParaRPr lang="en-US"/>
          </a:p>
        </p:txBody>
      </p:sp>
      <p:sp>
        <p:nvSpPr>
          <p:cNvPr id="8" name="Inhaltsplatzhalt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rtlCol="0" anchor="b">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endParaRPr lang="en-US"/>
          </a:p>
        </p:txBody>
      </p:sp>
      <p:sp>
        <p:nvSpPr>
          <p:cNvPr id="6" name="Fußzeilenplatzhalt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noAutofit/>
          </a:bodyPr>
          <a:lstStyle/>
          <a:p>
            <a:pPr rtl="0"/>
            <a:r>
              <a:rPr lang="de"/>
              <a:t>Beispiel für einen Fußzeilentext</a:t>
            </a:r>
          </a:p>
        </p:txBody>
      </p:sp>
      <p:sp>
        <p:nvSpPr>
          <p:cNvPr id="5" name="Datumsplatzhalter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noAutofit/>
          </a:bodyPr>
          <a:lstStyle/>
          <a:p>
            <a:pPr rtl="0"/>
            <a:r>
              <a:rPr lang="en-US"/>
              <a:t>10.08.2025</a:t>
            </a:r>
          </a:p>
        </p:txBody>
      </p:sp>
      <p:sp>
        <p:nvSpPr>
          <p:cNvPr id="7" name="Foliennummernplatzhalt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3517139712"/>
      </p:ext>
    </p:extLst>
  </p:cSld>
  <p:clrMapOvr>
    <a:masterClrMapping/>
  </p:clrMapOvr>
</p:sldLayout>
</file>

<file path=ppt/slideLayouts/slideLayout_8000002F_BB7FD8C9.xml><?xml version="1.0" encoding="utf-8"?>
<p:sldLayout xmlns:a="http://schemas.openxmlformats.org/drawingml/2006/main" xmlns:r="http://schemas.openxmlformats.org/officeDocument/2006/relationships" xmlns:p="http://schemas.openxmlformats.org/presentationml/2006/main" preserve="1" userDrawn="1">
  <p:cSld name="Inhalt mit Bild 18">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rtlCol="0" anchor="b">
            <a:noAutofit/>
          </a:bodyPr>
          <a:lstStyle>
            <a:lvl1pPr>
              <a:defRPr sz="5400"/>
            </a:lvl1pPr>
          </a:lstStyle>
          <a:p>
            <a:pPr rtl="0"/>
            <a:r>
              <a:rPr lang="de"/>
              <a:t>Titelmasterformat durch Klicken bearbeiten</a:t>
            </a:r>
          </a:p>
        </p:txBody>
      </p:sp>
      <p:sp>
        <p:nvSpPr>
          <p:cNvPr id="9" name="Bildplatzhalt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rtlCol="0"/>
          <a:lstStyle/>
          <a:p>
            <a:pPr rtl="0"/>
            <a:endParaRPr lang="en-US"/>
          </a:p>
        </p:txBody>
      </p:sp>
      <p:sp>
        <p:nvSpPr>
          <p:cNvPr id="8" name="Inhaltsplatzhalt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rtlCol="0">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6" name="Fußzeilenplatzhalt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noAutofit/>
          </a:bodyPr>
          <a:lstStyle/>
          <a:p>
            <a:pPr rtl="0"/>
            <a:r>
              <a:rPr lang="de"/>
              <a:t>Beispiel für einen Fußzeilentext</a:t>
            </a:r>
          </a:p>
        </p:txBody>
      </p:sp>
      <p:sp>
        <p:nvSpPr>
          <p:cNvPr id="5" name="Datumsplatzhalter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noAutofit/>
          </a:bodyPr>
          <a:lstStyle/>
          <a:p>
            <a:pPr rtl="0"/>
            <a:r>
              <a:rPr lang="en-US"/>
              <a:t>10.08.2025</a:t>
            </a:r>
          </a:p>
        </p:txBody>
      </p:sp>
      <p:sp>
        <p:nvSpPr>
          <p:cNvPr id="7" name="Foliennummernplatzhalt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3145717961"/>
      </p:ext>
    </p:extLst>
  </p:cSld>
  <p:clrMapOvr>
    <a:masterClrMapping/>
  </p:clrMapOvr>
</p:sldLayout>
</file>

<file path=ppt/slideLayouts/slideLayout_8000003A_E5286737.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rtlCol="0" anchor="b">
            <a:noAutofit/>
          </a:bodyPr>
          <a:lstStyle/>
          <a:p>
            <a:pPr rtl="0"/>
            <a:r>
              <a:rPr lang="de"/>
              <a:t>Titelmasterformat durch Klicken bearbeiten</a:t>
            </a:r>
          </a:p>
        </p:txBody>
      </p:sp>
      <p:sp>
        <p:nvSpPr>
          <p:cNvPr id="4" name="Fußzeilenplatzhalt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rtlCol="0">
            <a:noAutofit/>
          </a:bodyPr>
          <a:lstStyle/>
          <a:p>
            <a:pPr rtl="0"/>
            <a:r>
              <a:rPr lang="de"/>
              <a:t>Beispiel für einen Fußzeilentext</a:t>
            </a:r>
          </a:p>
        </p:txBody>
      </p:sp>
      <p:sp>
        <p:nvSpPr>
          <p:cNvPr id="3" name="Datumsplatzhalter 2">
            <a:extLst>
              <a:ext uri="{FF2B5EF4-FFF2-40B4-BE49-F238E27FC236}">
                <a16:creationId xmlns:a16="http://schemas.microsoft.com/office/drawing/2014/main" id="{E89E8268-7232-2944-F1BD-399F9419B563}"/>
              </a:ext>
            </a:extLst>
          </p:cNvPr>
          <p:cNvSpPr>
            <a:spLocks noGrp="1"/>
          </p:cNvSpPr>
          <p:nvPr>
            <p:ph type="dt" sz="half" idx="10"/>
          </p:nvPr>
        </p:nvSpPr>
        <p:spPr/>
        <p:txBody>
          <a:bodyPr rtlCol="0">
            <a:noAutofit/>
          </a:bodyPr>
          <a:lstStyle/>
          <a:p>
            <a:pPr rtl="0"/>
            <a:r>
              <a:rPr lang="en-US"/>
              <a:t>10.08.2025</a:t>
            </a:r>
          </a:p>
        </p:txBody>
      </p:sp>
      <p:sp>
        <p:nvSpPr>
          <p:cNvPr id="5" name="Foliennummernplatzhalt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3844630327"/>
      </p:ext>
    </p:extLst>
  </p:cSld>
  <p:clrMapOvr>
    <a:masterClrMapping/>
  </p:clrMapOvr>
</p:sldLayout>
</file>

<file path=ppt/slideLayouts/slideLayout_8000003B_645BA59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noAutofit/>
          </a:bodyPr>
          <a:lstStyle/>
          <a:p>
            <a:pPr rtl="0"/>
            <a:r>
              <a:rPr lang="de"/>
              <a:t>Beispiel für Fußzeilentext</a:t>
            </a:r>
          </a:p>
        </p:txBody>
      </p:sp>
      <p:sp>
        <p:nvSpPr>
          <p:cNvPr id="2" name="Datumsplatzhalter 1">
            <a:extLst>
              <a:ext uri="{FF2B5EF4-FFF2-40B4-BE49-F238E27FC236}">
                <a16:creationId xmlns:a16="http://schemas.microsoft.com/office/drawing/2014/main" id="{49BC4D82-0182-501C-9231-46767680476E}"/>
              </a:ext>
            </a:extLst>
          </p:cNvPr>
          <p:cNvSpPr>
            <a:spLocks noGrp="1"/>
          </p:cNvSpPr>
          <p:nvPr>
            <p:ph type="dt" sz="half" idx="10"/>
          </p:nvPr>
        </p:nvSpPr>
        <p:spPr/>
        <p:txBody>
          <a:bodyPr rtlCol="0">
            <a:noAutofit/>
          </a:bodyPr>
          <a:lstStyle/>
          <a:p>
            <a:pPr rtl="0"/>
            <a:r>
              <a:rPr lang="en-US"/>
              <a:t>10.08.2025</a:t>
            </a:r>
          </a:p>
        </p:txBody>
      </p:sp>
      <p:sp>
        <p:nvSpPr>
          <p:cNvPr id="4" name="Foliennummernplatzhalt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1683727765"/>
      </p:ext>
    </p:extLst>
  </p:cSld>
  <p:clrMapOvr>
    <a:masterClrMapping/>
  </p:clrMapOvr>
</p:sldLayout>
</file>

<file path=ppt/slideLayouts/slideLayout_8000003C_933969B9.xml><?xml version="1.0" encoding="utf-8"?>
<p:sldLayout xmlns:a="http://schemas.openxmlformats.org/drawingml/2006/main" xmlns:r="http://schemas.openxmlformats.org/officeDocument/2006/relationships" xmlns:p="http://schemas.openxmlformats.org/presentationml/2006/main" preserve="1" userDrawn="1">
  <p:cSld name="Inhalt mit Beschriftung">
    <p:spTree>
      <p:nvGrpSpPr>
        <p:cNvPr id="1" name=""/>
        <p:cNvGrpSpPr/>
        <p:nvPr/>
      </p:nvGrpSpPr>
      <p:grpSpPr>
        <a:xfrm>
          <a:off x="0" y="0"/>
          <a:ext cx="0" cy="0"/>
          <a:chOff x="0" y="0"/>
          <a:chExt cx="0" cy="0"/>
        </a:xfrm>
      </p:grpSpPr>
      <p:sp>
        <p:nvSpPr>
          <p:cNvPr id="8" name="Titel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rtlCol="0" anchor="t">
            <a:noAutofit/>
          </a:bodyPr>
          <a:lstStyle>
            <a:lvl1pPr>
              <a:defRPr sz="5400"/>
            </a:lvl1pPr>
          </a:lstStyle>
          <a:p>
            <a:pPr rtl="0"/>
            <a:r>
              <a:rPr lang="de"/>
              <a:t>Titelmasterformat durch Klicken bearbeiten</a:t>
            </a:r>
          </a:p>
        </p:txBody>
      </p:sp>
      <p:sp>
        <p:nvSpPr>
          <p:cNvPr id="9" name="Textplatzhalt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rtlCol="0"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
              <a:t>Textmasterformat durch Klicken bearbeiten</a:t>
            </a:r>
          </a:p>
        </p:txBody>
      </p:sp>
      <p:sp>
        <p:nvSpPr>
          <p:cNvPr id="3" name="Inhaltsplatzhalt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6" name="Fußzeilenplatzhalt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rtlCol="0">
            <a:noAutofit/>
          </a:bodyPr>
          <a:lstStyle/>
          <a:p>
            <a:pPr rtl="0"/>
            <a:r>
              <a:rPr lang="de"/>
              <a:t>Beispiel für einen Fußzeilentext</a:t>
            </a:r>
          </a:p>
        </p:txBody>
      </p:sp>
      <p:sp>
        <p:nvSpPr>
          <p:cNvPr id="5" name="Datumsplatzhalter 4">
            <a:extLst>
              <a:ext uri="{FF2B5EF4-FFF2-40B4-BE49-F238E27FC236}">
                <a16:creationId xmlns:a16="http://schemas.microsoft.com/office/drawing/2014/main" id="{93F05638-7A56-469A-825A-1DFA600254C8}"/>
              </a:ext>
            </a:extLst>
          </p:cNvPr>
          <p:cNvSpPr>
            <a:spLocks noGrp="1"/>
          </p:cNvSpPr>
          <p:nvPr>
            <p:ph type="dt" sz="half" idx="10"/>
          </p:nvPr>
        </p:nvSpPr>
        <p:spPr/>
        <p:txBody>
          <a:bodyPr rtlCol="0">
            <a:noAutofit/>
          </a:bodyPr>
          <a:lstStyle/>
          <a:p>
            <a:pPr rtl="0"/>
            <a:r>
              <a:rPr lang="en-US"/>
              <a:t>10.08.2025</a:t>
            </a:r>
          </a:p>
        </p:txBody>
      </p:sp>
      <p:sp>
        <p:nvSpPr>
          <p:cNvPr id="7" name="Foliennummernplatzhalt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2470013369"/>
      </p:ext>
    </p:extLst>
  </p:cSld>
  <p:clrMapOvr>
    <a:masterClrMapping/>
  </p:clrMapOvr>
</p:sldLayout>
</file>

<file path=ppt/slideLayouts/slideLayout_8000003D_87220955.xml><?xml version="1.0" encoding="utf-8"?>
<p:sldLayout xmlns:a="http://schemas.openxmlformats.org/drawingml/2006/main" xmlns:r="http://schemas.openxmlformats.org/officeDocument/2006/relationships" xmlns:p="http://schemas.openxmlformats.org/presentationml/2006/main" preserve="1" userDrawn="1">
  <p:cSld name="Bild mit Beschriftu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rtlCol="0" anchor="t">
            <a:noAutofit/>
          </a:bodyPr>
          <a:lstStyle>
            <a:lvl1pPr>
              <a:defRPr sz="5400"/>
            </a:lvl1pPr>
          </a:lstStyle>
          <a:p>
            <a:pPr rtl="0"/>
            <a:r>
              <a:rPr lang="de"/>
              <a:t>Titelmasterformat durch Klicken bearbeiten</a:t>
            </a:r>
          </a:p>
        </p:txBody>
      </p:sp>
      <p:sp>
        <p:nvSpPr>
          <p:cNvPr id="4" name="Textplatzhalt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rtlCol="0"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
              <a:t>Textmasterformat durch Klicken bearbeiten</a:t>
            </a:r>
          </a:p>
        </p:txBody>
      </p:sp>
      <p:sp>
        <p:nvSpPr>
          <p:cNvPr id="3" name="Bildplatzhalt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rtlCol="0">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de"/>
              <a:t>.</a:t>
            </a:r>
          </a:p>
        </p:txBody>
      </p:sp>
      <p:sp>
        <p:nvSpPr>
          <p:cNvPr id="6" name="Fußzeilenplatzhalt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rtlCol="0">
            <a:noAutofit/>
          </a:bodyPr>
          <a:lstStyle/>
          <a:p>
            <a:pPr rtl="0"/>
            <a:r>
              <a:rPr lang="de"/>
              <a:t>Beispiel für einen Fußzeilentext</a:t>
            </a:r>
          </a:p>
        </p:txBody>
      </p:sp>
      <p:sp>
        <p:nvSpPr>
          <p:cNvPr id="5" name="Datumsplatzhalter 4">
            <a:extLst>
              <a:ext uri="{FF2B5EF4-FFF2-40B4-BE49-F238E27FC236}">
                <a16:creationId xmlns:a16="http://schemas.microsoft.com/office/drawing/2014/main" id="{920B235E-39C7-4C78-20EF-DB48ECD9CB90}"/>
              </a:ext>
            </a:extLst>
          </p:cNvPr>
          <p:cNvSpPr>
            <a:spLocks noGrp="1"/>
          </p:cNvSpPr>
          <p:nvPr>
            <p:ph type="dt" sz="half" idx="10"/>
          </p:nvPr>
        </p:nvSpPr>
        <p:spPr/>
        <p:txBody>
          <a:bodyPr rtlCol="0">
            <a:noAutofit/>
          </a:bodyPr>
          <a:lstStyle/>
          <a:p>
            <a:pPr rtl="0"/>
            <a:r>
              <a:rPr lang="en-US"/>
              <a:t>10.08.2025</a:t>
            </a:r>
          </a:p>
        </p:txBody>
      </p:sp>
      <p:sp>
        <p:nvSpPr>
          <p:cNvPr id="7" name="Foliennummernplatzhalt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2267154773"/>
      </p:ext>
    </p:extLst>
  </p:cSld>
  <p:clrMapOvr>
    <a:masterClrMapping/>
  </p:clrMapOvr>
</p:sldLayout>
</file>

<file path=ppt/slideLayouts/slideLayout_8000003E_D0168030.xml><?xml version="1.0" encoding="utf-8"?>
<p:sldLayout xmlns:a="http://schemas.openxmlformats.org/drawingml/2006/main" xmlns:r="http://schemas.openxmlformats.org/officeDocument/2006/relationships" xmlns:p="http://schemas.openxmlformats.org/presentationml/2006/main" preserve="1">
  <p:cSld name="Fazit">
    <p:bg>
      <p:bgPr>
        <a:solidFill>
          <a:schemeClr val="bg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rtlCol="0" anchor="b">
            <a:noAutofit/>
          </a:bodyPr>
          <a:lstStyle>
            <a:lvl1pPr>
              <a:defRPr sz="9000"/>
            </a:lvl1pPr>
          </a:lstStyle>
          <a:p>
            <a:pPr rtl="0"/>
            <a:r>
              <a:rPr lang="de"/>
              <a:t>Titelmasterformat durch Klicken bearbeiten</a:t>
            </a:r>
          </a:p>
        </p:txBody>
      </p:sp>
      <p:sp>
        <p:nvSpPr>
          <p:cNvPr id="8" name="Inhaltsplatzhalt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rtlCol="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cxnSp>
        <p:nvCxnSpPr>
          <p:cNvPr id="9" name="Gerader Verbinde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ußzeilenplatzhalt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Autofit/>
          </a:bodyPr>
          <a:lstStyle/>
          <a:p>
            <a:pPr rtl="0"/>
            <a:r>
              <a:rPr lang="de"/>
              <a:t>Beispiel für einen Fußzeilentext</a:t>
            </a:r>
          </a:p>
        </p:txBody>
      </p:sp>
      <p:sp>
        <p:nvSpPr>
          <p:cNvPr id="4" name="Datumsplatzhalter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noAutofit/>
          </a:bodyPr>
          <a:lstStyle/>
          <a:p>
            <a:pPr rtl="0"/>
            <a:r>
              <a:rPr lang="en-US"/>
              <a:t>10.08.2025</a:t>
            </a:r>
          </a:p>
        </p:txBody>
      </p:sp>
      <p:sp>
        <p:nvSpPr>
          <p:cNvPr id="6" name="Foliennummernplatzhalt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3491135536"/>
      </p:ext>
    </p:extLst>
  </p:cSld>
  <p:clrMapOvr>
    <a:overrideClrMapping bg1="dk1" tx1="lt1" bg2="dk2" tx2="lt2" accent1="accent1" accent2="accent2" accent3="accent3" accent4="accent4" accent5="accent5" accent6="accent6" hlink="hlink" folHlink="folHlink"/>
  </p:clrMapOvr>
</p:sldLayout>
</file>

<file path=ppt/slideLayouts/slideLayout_8000003F_6D3DC4BD.xml><?xml version="1.0" encoding="utf-8"?>
<p:sldLayout xmlns:a="http://schemas.openxmlformats.org/drawingml/2006/main" xmlns:r="http://schemas.openxmlformats.org/officeDocument/2006/relationships" xmlns:p="http://schemas.openxmlformats.org/presentationml/2006/main" preserve="1">
  <p:cSld name="Fazit 2">
    <p:bg>
      <p:bgPr>
        <a:solidFill>
          <a:schemeClr val="bg2"/>
        </a:solidFill>
        <a:effectLst/>
      </p:bgPr>
    </p:bg>
    <p:spTree>
      <p:nvGrpSpPr>
        <p:cNvPr id="1" name=""/>
        <p:cNvGrpSpPr/>
        <p:nvPr/>
      </p:nvGrpSpPr>
      <p:grpSpPr>
        <a:xfrm>
          <a:off x="0" y="0"/>
          <a:ext cx="0" cy="0"/>
          <a:chOff x="0" y="0"/>
          <a:chExt cx="0" cy="0"/>
        </a:xfrm>
      </p:grpSpPr>
      <p:sp>
        <p:nvSpPr>
          <p:cNvPr id="9" name="Freihandform: Form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pPr rtl="0"/>
            <a:endParaRPr lang="en-US"/>
          </a:p>
        </p:txBody>
      </p:sp>
      <p:sp>
        <p:nvSpPr>
          <p:cNvPr id="10" name="Freihandform: Form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pPr rtl="0"/>
            <a:endParaRPr lang="en-US"/>
          </a:p>
        </p:txBody>
      </p:sp>
      <p:sp>
        <p:nvSpPr>
          <p:cNvPr id="11" name="Freihandform: Form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pPr rtl="0"/>
            <a:endParaRPr lang="en-US"/>
          </a:p>
        </p:txBody>
      </p:sp>
      <p:sp>
        <p:nvSpPr>
          <p:cNvPr id="12" name="Freihandform: Form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pPr rtl="0"/>
            <a:endParaRPr lang="en-US"/>
          </a:p>
        </p:txBody>
      </p:sp>
      <p:sp>
        <p:nvSpPr>
          <p:cNvPr id="2" name="Titel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rtlCol="0" anchor="b">
            <a:noAutofit/>
          </a:bodyPr>
          <a:lstStyle>
            <a:lvl1pPr>
              <a:defRPr sz="9000"/>
            </a:lvl1pPr>
          </a:lstStyle>
          <a:p>
            <a:pPr rtl="0"/>
            <a:r>
              <a:rPr lang="de"/>
              <a:t>Titelmasterformat durch Klicken bearbeiten</a:t>
            </a:r>
          </a:p>
        </p:txBody>
      </p:sp>
      <p:sp>
        <p:nvSpPr>
          <p:cNvPr id="7" name="Inhaltsplatzhalt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rtlCol="0">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5" name="Fußzeilenplatzhalt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Autofit/>
          </a:bodyPr>
          <a:lstStyle/>
          <a:p>
            <a:pPr rtl="0"/>
            <a:r>
              <a:rPr lang="de"/>
              <a:t>Beispiel für einen Fußzeilentext</a:t>
            </a:r>
          </a:p>
        </p:txBody>
      </p:sp>
      <p:sp>
        <p:nvSpPr>
          <p:cNvPr id="4" name="Datumsplatzhalter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noAutofit/>
          </a:bodyPr>
          <a:lstStyle/>
          <a:p>
            <a:pPr rtl="0"/>
            <a:r>
              <a:rPr lang="en-US"/>
              <a:t>10.08.2025</a:t>
            </a:r>
          </a:p>
        </p:txBody>
      </p:sp>
      <p:sp>
        <p:nvSpPr>
          <p:cNvPr id="6" name="Foliennummernplatzhalt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1832764605"/>
      </p:ext>
    </p:extLst>
  </p:cSld>
  <p:clrMapOvr>
    <a:overrideClrMapping bg1="dk1" tx1="lt1" bg2="dk2" tx2="lt2" accent1="accent1" accent2="accent2" accent3="accent3" accent4="accent4" accent5="accent5" accent6="accent6" hlink="hlink" folHlink="folHlink"/>
  </p:clrMapOvr>
</p:sldLayout>
</file>

<file path=ppt/slideLayouts/slideLayout_80000001_37569D07.xml><?xml version="1.0" encoding="utf-8"?>
<p:sldLayout xmlns:a="http://schemas.openxmlformats.org/drawingml/2006/main" xmlns:r="http://schemas.openxmlformats.org/officeDocument/2006/relationships" xmlns:p="http://schemas.openxmlformats.org/presentationml/2006/main" preserve="1" userDrawn="1">
  <p:cSld name="Titel">
    <p:bg>
      <p:bgPr>
        <a:solidFill>
          <a:schemeClr val="tx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rtl="0"/>
            <a:r>
              <a:rPr lang="de"/>
              <a:t>Titelmasterformat durch Klicken bearbeiten</a:t>
            </a:r>
          </a:p>
        </p:txBody>
      </p:sp>
      <p:sp>
        <p:nvSpPr>
          <p:cNvPr id="14" name="Untertitel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rtl="0"/>
            <a:r>
              <a:rPr lang="de"/>
              <a:t>Formatvorlage des Untertitelmasters durch Klicken bearbeiten</a:t>
            </a:r>
          </a:p>
        </p:txBody>
      </p:sp>
      <p:sp>
        <p:nvSpPr>
          <p:cNvPr id="5" name="Fußzeilenplatzhalt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noAutofit/>
          </a:bodyPr>
          <a:lstStyle>
            <a:lvl1pPr>
              <a:defRPr>
                <a:solidFill>
                  <a:schemeClr val="bg1"/>
                </a:solidFill>
              </a:defRPr>
            </a:lvl1pPr>
          </a:lstStyle>
          <a:p>
            <a:pPr rtl="0"/>
            <a:r>
              <a:rPr lang="de"/>
              <a:t>Beispiel für einen Fußzeilentext</a:t>
            </a:r>
          </a:p>
        </p:txBody>
      </p:sp>
      <p:sp>
        <p:nvSpPr>
          <p:cNvPr id="4" name="Datumsplatzhalter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noAutofit/>
          </a:bodyPr>
          <a:lstStyle>
            <a:lvl1pPr>
              <a:defRPr>
                <a:solidFill>
                  <a:schemeClr val="bg1"/>
                </a:solidFill>
              </a:defRPr>
            </a:lvl1pPr>
          </a:lstStyle>
          <a:p>
            <a:pPr rtl="0"/>
            <a:r>
              <a:rPr lang="en-US"/>
              <a:t>10.08.2025</a:t>
            </a:r>
          </a:p>
        </p:txBody>
      </p:sp>
      <p:sp>
        <p:nvSpPr>
          <p:cNvPr id="6" name="Foliennummernplatzhalt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noAutofit/>
          </a:bodyPr>
          <a:lstStyle>
            <a:lvl1pPr>
              <a:defRPr>
                <a:solidFill>
                  <a:schemeClr val="bg1"/>
                </a:solidFill>
              </a:defRPr>
            </a:lvl1pPr>
          </a:lstStyle>
          <a:p>
            <a:pPr rtl="0"/>
            <a:fld id="{AEAA3239-9EA4-4A65-A281-97F994456D9F}" type="slidenum">
              <a:rPr lang="en-US" smtClean="0"/>
              <a:pPr rtl="0"/>
              <a:t/>
            </a:fld>
            <a:endParaRPr lang="en-US"/>
          </a:p>
        </p:txBody>
      </p:sp>
      <p:sp>
        <p:nvSpPr>
          <p:cNvPr id="7" name="Freihandform: Form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pPr rtl="0"/>
            <a:endParaRPr lang="en-US"/>
          </a:p>
        </p:txBody>
      </p:sp>
      <p:sp>
        <p:nvSpPr>
          <p:cNvPr id="8" name="Freihandform: Form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pPr rtl="0"/>
            <a:endParaRPr lang="en-US"/>
          </a:p>
        </p:txBody>
      </p:sp>
      <p:sp>
        <p:nvSpPr>
          <p:cNvPr id="9" name="Freihandform: Form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pPr rtl="0"/>
            <a:endParaRPr lang="en-US"/>
          </a:p>
        </p:txBody>
      </p:sp>
      <p:sp>
        <p:nvSpPr>
          <p:cNvPr id="10" name="Freihandform: Form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pPr rtl="0"/>
            <a:endParaRPr lang="en-US"/>
          </a:p>
        </p:txBody>
      </p:sp>
    </p:spTree>
    <p:extLst>
      <p:ext uri="{BB962C8B-B14F-4D97-AF65-F5344CB8AC3E}">
        <p14:creationId xmlns:p14="http://schemas.microsoft.com/office/powerpoint/2010/main" val="9284231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2_B08210CA.xml><?xml version="1.0" encoding="utf-8"?>
<p:sldLayout xmlns:a="http://schemas.openxmlformats.org/drawingml/2006/main" xmlns:r="http://schemas.openxmlformats.org/officeDocument/2006/relationships" xmlns:p="http://schemas.openxmlformats.org/presentationml/2006/main" type="obj" preserve="1">
  <p:cSld name="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rtlCol="0" anchor="b">
            <a:noAutofit/>
          </a:bodyPr>
          <a:lstStyle/>
          <a:p>
            <a:pPr rtl="0"/>
            <a:r>
              <a:rPr lang="de"/>
              <a:t>Titelmasterformat durch Klicken bearbeiten</a:t>
            </a:r>
          </a:p>
        </p:txBody>
      </p:sp>
      <p:sp>
        <p:nvSpPr>
          <p:cNvPr id="3" name="Inhaltsplatzhalt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rtlCol="0">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5" name="Fußzeilenplatzhalt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Autofit/>
          </a:bodyPr>
          <a:lstStyle/>
          <a:p>
            <a:pPr rtl="0"/>
            <a:r>
              <a:rPr lang="de"/>
              <a:t>Beispiel für einen Fußzeilentext</a:t>
            </a:r>
          </a:p>
        </p:txBody>
      </p:sp>
      <p:sp>
        <p:nvSpPr>
          <p:cNvPr id="4" name="Datumsplatzhalter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noAutofit/>
          </a:bodyPr>
          <a:lstStyle/>
          <a:p>
            <a:pPr rtl="0"/>
            <a:r>
              <a:rPr lang="en-US"/>
              <a:t>10.08.2025</a:t>
            </a:r>
          </a:p>
        </p:txBody>
      </p:sp>
      <p:sp>
        <p:nvSpPr>
          <p:cNvPr id="6" name="Foliennummernplatzhalt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2961313994"/>
      </p:ext>
    </p:extLst>
  </p:cSld>
  <p:clrMapOvr>
    <a:masterClrMapping/>
  </p:clrMapOvr>
</p:sldLayout>
</file>

<file path=ppt/slideLayouts/slideLayout_80000003_19C6A92C.xml><?xml version="1.0" encoding="utf-8"?>
<p:sldLayout xmlns:a="http://schemas.openxmlformats.org/drawingml/2006/main" xmlns:r="http://schemas.openxmlformats.org/officeDocument/2006/relationships" xmlns:p="http://schemas.openxmlformats.org/presentationml/2006/main" preserve="1" userDrawn="1">
  <p:cSld name="Titel mit Bild">
    <p:bg>
      <p:bgPr>
        <a:solidFill>
          <a:schemeClr val="tx2"/>
        </a:solidFill>
        <a:effectLst/>
      </p:bgPr>
    </p:bg>
    <p:spTree>
      <p:nvGrpSpPr>
        <p:cNvPr id="1" name=""/>
        <p:cNvGrpSpPr/>
        <p:nvPr/>
      </p:nvGrpSpPr>
      <p:grpSpPr>
        <a:xfrm>
          <a:off x="0" y="0"/>
          <a:ext cx="0" cy="0"/>
          <a:chOff x="0" y="0"/>
          <a:chExt cx="0" cy="0"/>
        </a:xfrm>
      </p:grpSpPr>
      <p:sp>
        <p:nvSpPr>
          <p:cNvPr id="12" name="Titel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rtl="0"/>
            <a:r>
              <a:rPr lang="de"/>
              <a:t>Titelmasterformat durch Klicken bearbeiten</a:t>
            </a:r>
          </a:p>
        </p:txBody>
      </p:sp>
      <p:sp>
        <p:nvSpPr>
          <p:cNvPr id="10" name="Untertitel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rtl="0"/>
            <a:r>
              <a:rPr lang="de"/>
              <a:t>Formatvorlage des Untertitelmasters durch Klicken bearbeiten</a:t>
            </a:r>
          </a:p>
        </p:txBody>
      </p:sp>
      <p:sp>
        <p:nvSpPr>
          <p:cNvPr id="15" name="Bildplatzhalt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rtlCol="0"/>
          <a:lstStyle/>
          <a:p>
            <a:pPr rtl="0"/>
            <a:endParaRPr lang="en-US"/>
          </a:p>
        </p:txBody>
      </p:sp>
    </p:spTree>
    <p:extLst>
      <p:ext uri="{BB962C8B-B14F-4D97-AF65-F5344CB8AC3E}">
        <p14:creationId xmlns:p14="http://schemas.microsoft.com/office/powerpoint/2010/main" val="432449836"/>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33F88B00.xml><?xml version="1.0" encoding="utf-8"?>
<p:sldLayout xmlns:a="http://schemas.openxmlformats.org/drawingml/2006/main" xmlns:r="http://schemas.openxmlformats.org/officeDocument/2006/relationships" xmlns:p="http://schemas.openxmlformats.org/presentationml/2006/main" preserve="1" userDrawn="1">
  <p:cSld name="Titel mit Bild 2">
    <p:bg>
      <p:bgPr>
        <a:solidFill>
          <a:schemeClr val="tx2"/>
        </a:solidFill>
        <a:effectLst/>
      </p:bgPr>
    </p:bg>
    <p:spTree>
      <p:nvGrpSpPr>
        <p:cNvPr id="1" name=""/>
        <p:cNvGrpSpPr/>
        <p:nvPr/>
      </p:nvGrpSpPr>
      <p:grpSpPr>
        <a:xfrm>
          <a:off x="0" y="0"/>
          <a:ext cx="0" cy="0"/>
          <a:chOff x="0" y="0"/>
          <a:chExt cx="0" cy="0"/>
        </a:xfrm>
      </p:grpSpPr>
      <p:sp>
        <p:nvSpPr>
          <p:cNvPr id="15" name="Titel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rtl="0"/>
            <a:r>
              <a:rPr lang="de"/>
              <a:t>Titelmasterformat durch Klicken bearbeiten</a:t>
            </a:r>
          </a:p>
        </p:txBody>
      </p:sp>
      <p:sp>
        <p:nvSpPr>
          <p:cNvPr id="16" name="Untertitel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rtl="0"/>
            <a:r>
              <a:rPr lang="de"/>
              <a:t>Formatvorlage des Untertitelmasters durch Klicken bearbeiten</a:t>
            </a:r>
          </a:p>
        </p:txBody>
      </p:sp>
      <p:sp>
        <p:nvSpPr>
          <p:cNvPr id="14" name="Bildplatzhalt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rtlCol="0"/>
          <a:lstStyle/>
          <a:p>
            <a:pPr rtl="0"/>
            <a:endParaRPr lang="en-US"/>
          </a:p>
        </p:txBody>
      </p:sp>
      <p:sp>
        <p:nvSpPr>
          <p:cNvPr id="5" name="Fußzeilenplatzhalt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rtlCol="0">
            <a:noAutofit/>
          </a:bodyPr>
          <a:lstStyle>
            <a:lvl1pPr>
              <a:defRPr>
                <a:solidFill>
                  <a:schemeClr val="bg1"/>
                </a:solidFill>
              </a:defRPr>
            </a:lvl1pPr>
          </a:lstStyle>
          <a:p>
            <a:pPr rtl="0"/>
            <a:r>
              <a:rPr lang="de"/>
              <a:t>Beispiel für einen Fußzeilentext</a:t>
            </a:r>
            <a:endParaRPr lang="en-US"/>
          </a:p>
        </p:txBody>
      </p:sp>
      <p:sp>
        <p:nvSpPr>
          <p:cNvPr id="4" name="Datumsplatzhalt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rtlCol="0">
            <a:noAutofit/>
          </a:bodyPr>
          <a:lstStyle>
            <a:lvl1pPr>
              <a:defRPr>
                <a:solidFill>
                  <a:schemeClr val="bg1"/>
                </a:solidFill>
                <a:effectLst/>
              </a:defRPr>
            </a:lvl1pPr>
          </a:lstStyle>
          <a:p>
            <a:pPr rtl="0"/>
            <a:r>
              <a:rPr lang="en-US"/>
              <a:t>10.08.2025</a:t>
            </a:r>
          </a:p>
        </p:txBody>
      </p:sp>
      <p:sp>
        <p:nvSpPr>
          <p:cNvPr id="6" name="Foliennummernplatzhalt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noAutofit/>
          </a:bodyPr>
          <a:lstStyle>
            <a:lvl1pPr>
              <a:defRPr>
                <a:solidFill>
                  <a:schemeClr val="bg1"/>
                </a:solidFill>
              </a:defRPr>
            </a:lvl1pPr>
          </a:lstStyle>
          <a:p>
            <a:pPr rtl="0"/>
            <a:fld id="{AEAA3239-9EA4-4A65-A281-97F994456D9F}" type="slidenum">
              <a:rPr lang="en-US" smtClean="0"/>
              <a:pPr rtl="0"/>
              <a:t/>
            </a:fld>
            <a:endParaRPr lang="en-US"/>
          </a:p>
        </p:txBody>
      </p:sp>
      <p:cxnSp>
        <p:nvCxnSpPr>
          <p:cNvPr id="18" name="Gerader Verbinde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19265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5_B52E6B9E.xml><?xml version="1.0" encoding="utf-8"?>
<p:sldLayout xmlns:a="http://schemas.openxmlformats.org/drawingml/2006/main" xmlns:r="http://schemas.openxmlformats.org/officeDocument/2006/relationships" xmlns:p="http://schemas.openxmlformats.org/presentationml/2006/main" preserve="1" userDrawn="1">
  <p:cSld name="Titel mit Bild 3">
    <p:bg>
      <p:bgPr>
        <a:solidFill>
          <a:schemeClr val="tx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rtl="0"/>
            <a:r>
              <a:rPr lang="de"/>
              <a:t>Titelmasterformat durch Klicken bearbeiten</a:t>
            </a:r>
          </a:p>
        </p:txBody>
      </p:sp>
      <p:sp>
        <p:nvSpPr>
          <p:cNvPr id="3" name="Untertitel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rtl="0"/>
            <a:r>
              <a:rPr lang="de"/>
              <a:t>Formatvorlage des Untertitelmasters durch Klicken bearbeiten</a:t>
            </a:r>
          </a:p>
        </p:txBody>
      </p:sp>
      <p:sp>
        <p:nvSpPr>
          <p:cNvPr id="18" name="Bildplatzhalt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rtlCol="0"/>
          <a:lstStyle/>
          <a:p>
            <a:pPr rtl="0"/>
            <a:endParaRPr lang="en-US"/>
          </a:p>
        </p:txBody>
      </p:sp>
      <p:sp>
        <p:nvSpPr>
          <p:cNvPr id="5" name="Fußzeilenplatzhalt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rtlCol="0">
            <a:noAutofit/>
          </a:bodyPr>
          <a:lstStyle>
            <a:lvl1pPr>
              <a:defRPr>
                <a:solidFill>
                  <a:schemeClr val="bg1"/>
                </a:solidFill>
              </a:defRPr>
            </a:lvl1pPr>
          </a:lstStyle>
          <a:p>
            <a:pPr rtl="0"/>
            <a:r>
              <a:rPr lang="de"/>
              <a:t>Beispiel für einen Fußzeilentext</a:t>
            </a:r>
          </a:p>
        </p:txBody>
      </p:sp>
      <p:sp>
        <p:nvSpPr>
          <p:cNvPr id="4" name="Datumsplatzhalt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rtlCol="0">
            <a:noAutofit/>
          </a:bodyPr>
          <a:lstStyle>
            <a:lvl1pPr>
              <a:defRPr>
                <a:solidFill>
                  <a:schemeClr val="bg1"/>
                </a:solidFill>
                <a:effectLst/>
              </a:defRPr>
            </a:lvl1pPr>
          </a:lstStyle>
          <a:p>
            <a:pPr rtl="0"/>
            <a:r>
              <a:rPr lang="en-US"/>
              <a:t>10.08.2025</a:t>
            </a:r>
          </a:p>
        </p:txBody>
      </p:sp>
      <p:sp>
        <p:nvSpPr>
          <p:cNvPr id="6" name="Foliennummernplatzhalt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noAutofit/>
          </a:bodyPr>
          <a:lstStyle>
            <a:lvl1pPr>
              <a:defRPr>
                <a:solidFill>
                  <a:schemeClr val="bg1"/>
                </a:solidFill>
              </a:defRPr>
            </a:lvl1pPr>
          </a:lstStyle>
          <a:p>
            <a:pPr rtl="0"/>
            <a:fld id="{AEAA3239-9EA4-4A65-A281-97F994456D9F}" type="slidenum">
              <a:rPr lang="en-US" smtClean="0"/>
              <a:pPr rtl="0"/>
              <a:t/>
            </a:fld>
            <a:endParaRPr lang="en-US"/>
          </a:p>
        </p:txBody>
      </p:sp>
      <p:cxnSp>
        <p:nvCxnSpPr>
          <p:cNvPr id="10" name="Gerader Verbinde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97183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6270275D.xml><?xml version="1.0" encoding="utf-8"?>
<p:sldLayout xmlns:a="http://schemas.openxmlformats.org/drawingml/2006/main" xmlns:r="http://schemas.openxmlformats.org/officeDocument/2006/relationships" xmlns:p="http://schemas.openxmlformats.org/presentationml/2006/main" preserve="1" userDrawn="1">
  <p:cSld name="Titel mit Bild 4">
    <p:bg>
      <p:bgPr>
        <a:solidFill>
          <a:schemeClr val="tx2"/>
        </a:solidFill>
        <a:effectLst/>
      </p:bgPr>
    </p:bg>
    <p:spTree>
      <p:nvGrpSpPr>
        <p:cNvPr id="1" name=""/>
        <p:cNvGrpSpPr/>
        <p:nvPr/>
      </p:nvGrpSpPr>
      <p:grpSpPr>
        <a:xfrm>
          <a:off x="0" y="0"/>
          <a:ext cx="0" cy="0"/>
          <a:chOff x="0" y="0"/>
          <a:chExt cx="0" cy="0"/>
        </a:xfrm>
      </p:grpSpPr>
      <p:cxnSp>
        <p:nvCxnSpPr>
          <p:cNvPr id="23" name="Gerader Verbinde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rtl="0"/>
            <a:r>
              <a:rPr lang="de"/>
              <a:t>Titelmasterformat durch Klicken bearbeiten</a:t>
            </a:r>
          </a:p>
        </p:txBody>
      </p:sp>
      <p:sp>
        <p:nvSpPr>
          <p:cNvPr id="3" name="Untertitel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rtl="0"/>
            <a:r>
              <a:rPr lang="de"/>
              <a:t>Formatvorlage des Untertitelmasters durch Klicken bearbeiten</a:t>
            </a:r>
          </a:p>
        </p:txBody>
      </p:sp>
      <p:sp>
        <p:nvSpPr>
          <p:cNvPr id="8" name="Fußzeilenplatzhalt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rtlCol="0">
            <a:noAutofit/>
          </a:bodyPr>
          <a:lstStyle>
            <a:lvl1pPr>
              <a:defRPr>
                <a:solidFill>
                  <a:schemeClr val="bg1"/>
                </a:solidFill>
              </a:defRPr>
            </a:lvl1pPr>
          </a:lstStyle>
          <a:p>
            <a:pPr rtl="0"/>
            <a:r>
              <a:rPr lang="de"/>
              <a:t>Beispiel für Fußzeilentext</a:t>
            </a:r>
          </a:p>
        </p:txBody>
      </p:sp>
      <p:sp>
        <p:nvSpPr>
          <p:cNvPr id="7" name="Datumsplatzhalt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rtlCol="0">
            <a:noAutofit/>
          </a:bodyPr>
          <a:lstStyle>
            <a:lvl1pPr>
              <a:defRPr>
                <a:solidFill>
                  <a:schemeClr val="bg1"/>
                </a:solidFill>
              </a:defRPr>
            </a:lvl1pPr>
          </a:lstStyle>
          <a:p>
            <a:pPr rtl="0"/>
            <a:r>
              <a:rPr lang="en-US"/>
              <a:t>10.08.2025</a:t>
            </a:r>
          </a:p>
        </p:txBody>
      </p:sp>
      <p:sp>
        <p:nvSpPr>
          <p:cNvPr id="9" name="Foliennummernplatzhalt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rtlCol="0">
            <a:noAutofit/>
          </a:bodyPr>
          <a:lstStyle>
            <a:lvl1pPr>
              <a:defRPr>
                <a:solidFill>
                  <a:schemeClr val="bg1"/>
                </a:solidFill>
              </a:defRPr>
            </a:lvl1pPr>
          </a:lstStyle>
          <a:p>
            <a:pPr rtl="0"/>
            <a:fld id="{AEAA3239-9EA4-4A65-A281-97F994456D9F}" type="slidenum">
              <a:rPr lang="en-US" smtClean="0"/>
              <a:pPr rtl="0"/>
              <a:t/>
            </a:fld>
            <a:endParaRPr lang="en-US"/>
          </a:p>
        </p:txBody>
      </p:sp>
      <p:sp>
        <p:nvSpPr>
          <p:cNvPr id="26" name="Bildplatzhalt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rtlCol="0"/>
          <a:lstStyle/>
          <a:p>
            <a:pPr rtl="0"/>
            <a:endParaRPr lang="en-US"/>
          </a:p>
        </p:txBody>
      </p:sp>
    </p:spTree>
    <p:extLst>
      <p:ext uri="{BB962C8B-B14F-4D97-AF65-F5344CB8AC3E}">
        <p14:creationId xmlns:p14="http://schemas.microsoft.com/office/powerpoint/2010/main" val="16515172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621DCC2D.xml><?xml version="1.0" encoding="utf-8"?>
<p:sldLayout xmlns:a="http://schemas.openxmlformats.org/drawingml/2006/main" xmlns:r="http://schemas.openxmlformats.org/officeDocument/2006/relationships" xmlns:p="http://schemas.openxmlformats.org/presentationml/2006/main" preserve="1" userDrawn="1">
  <p:cSld name="Titel 2">
    <p:spTree>
      <p:nvGrpSpPr>
        <p:cNvPr id="1" name=""/>
        <p:cNvGrpSpPr/>
        <p:nvPr/>
      </p:nvGrpSpPr>
      <p:grpSpPr>
        <a:xfrm>
          <a:off x="0" y="0"/>
          <a:ext cx="0" cy="0"/>
          <a:chOff x="0" y="0"/>
          <a:chExt cx="0" cy="0"/>
        </a:xfrm>
      </p:grpSpPr>
      <p:sp>
        <p:nvSpPr>
          <p:cNvPr id="9" name="Freihandform: Form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pPr rtl="0"/>
            <a:endParaRPr lang="en-US"/>
          </a:p>
        </p:txBody>
      </p:sp>
      <p:sp>
        <p:nvSpPr>
          <p:cNvPr id="10" name="Freihandform: Form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pPr rtl="0"/>
            <a:endParaRPr lang="en-US"/>
          </a:p>
        </p:txBody>
      </p:sp>
      <p:sp>
        <p:nvSpPr>
          <p:cNvPr id="11" name="Freihandform: Form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pPr rtl="0"/>
            <a:endParaRPr lang="en-US"/>
          </a:p>
        </p:txBody>
      </p:sp>
      <p:sp>
        <p:nvSpPr>
          <p:cNvPr id="12" name="Freihandform: Form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pPr rtl="0"/>
            <a:endParaRPr lang="en-US"/>
          </a:p>
        </p:txBody>
      </p:sp>
      <p:sp>
        <p:nvSpPr>
          <p:cNvPr id="2" name="Titel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rtl="0"/>
            <a:r>
              <a:rPr lang="de"/>
              <a:t>Titelmasterformat durch Klicken bearbeiten</a:t>
            </a:r>
          </a:p>
        </p:txBody>
      </p:sp>
      <p:sp>
        <p:nvSpPr>
          <p:cNvPr id="3" name="Untertitel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rtl="0"/>
            <a:r>
              <a:rPr lang="de"/>
              <a:t>Formatvorlage des Untertitelmasters durch Klicken bearbeiten</a:t>
            </a:r>
          </a:p>
        </p:txBody>
      </p:sp>
      <p:sp>
        <p:nvSpPr>
          <p:cNvPr id="5" name="Fußzeilenplatzhalt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rtlCol="0">
            <a:noAutofit/>
          </a:bodyPr>
          <a:lstStyle/>
          <a:p>
            <a:pPr rtl="0"/>
            <a:r>
              <a:rPr lang="de"/>
              <a:t>Beispiel für einen Fußzeilentext</a:t>
            </a:r>
          </a:p>
        </p:txBody>
      </p:sp>
      <p:sp>
        <p:nvSpPr>
          <p:cNvPr id="4" name="Datumsplatzhalt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rtlCol="0">
            <a:noAutofit/>
          </a:bodyPr>
          <a:lstStyle/>
          <a:p>
            <a:pPr rtl="0"/>
            <a:r>
              <a:rPr lang="en-US"/>
              <a:t>10.08.2025</a:t>
            </a:r>
          </a:p>
        </p:txBody>
      </p:sp>
      <p:sp>
        <p:nvSpPr>
          <p:cNvPr id="6" name="Foliennummernplatzhalt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rtlCol="0">
            <a:noAutofit/>
          </a:bodyPr>
          <a:lstStyle/>
          <a:p>
            <a:pPr rtl="0"/>
            <a:fld id="{AEAA3239-9EA4-4A65-A281-97F994456D9F}" type="slidenum">
              <a:rPr lang="en-US" smtClean="0"/>
              <a:t/>
            </a:fld>
            <a:endParaRPr lang="en-US"/>
          </a:p>
        </p:txBody>
      </p:sp>
      <p:pic>
        <p:nvPicPr>
          <p:cNvPr id="13" name="Lini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164611998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E88D2708.xml><?xml version="1.0" encoding="utf-8"?>
<p:sldLayout xmlns:a="http://schemas.openxmlformats.org/drawingml/2006/main" xmlns:r="http://schemas.openxmlformats.org/officeDocument/2006/relationships" xmlns:p="http://schemas.openxmlformats.org/presentationml/2006/main" preserve="1" userDrawn="1">
  <p:cSld name="Titel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ihandform: Form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pPr rtl="0"/>
            <a:endParaRPr lang="en-US"/>
          </a:p>
        </p:txBody>
      </p:sp>
      <p:sp>
        <p:nvSpPr>
          <p:cNvPr id="10" name="Freihandform: Form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pPr rtl="0"/>
            <a:endParaRPr lang="en-US"/>
          </a:p>
        </p:txBody>
      </p:sp>
      <p:sp>
        <p:nvSpPr>
          <p:cNvPr id="11" name="Freihandform: Form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pPr rtl="0"/>
            <a:endParaRPr lang="en-US"/>
          </a:p>
        </p:txBody>
      </p:sp>
      <p:sp>
        <p:nvSpPr>
          <p:cNvPr id="12" name="Freihandform: Form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pPr rtl="0"/>
            <a:endParaRPr lang="en-US"/>
          </a:p>
        </p:txBody>
      </p:sp>
      <p:sp>
        <p:nvSpPr>
          <p:cNvPr id="3" name="Untertitel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rtl="0"/>
            <a:r>
              <a:rPr lang="de"/>
              <a:t>Formatvorlage des Untertitelmasters durch Klicken bearbeiten</a:t>
            </a:r>
          </a:p>
        </p:txBody>
      </p:sp>
      <p:sp>
        <p:nvSpPr>
          <p:cNvPr id="5" name="Fußzeilenplatzhalt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noAutofit/>
          </a:bodyPr>
          <a:lstStyle>
            <a:lvl1pPr>
              <a:defRPr>
                <a:solidFill>
                  <a:schemeClr val="bg2"/>
                </a:solidFill>
              </a:defRPr>
            </a:lvl1pPr>
          </a:lstStyle>
          <a:p>
            <a:pPr rtl="0"/>
            <a:r>
              <a:rPr lang="de"/>
              <a:t>Beispiel für einen Fußzeilentext</a:t>
            </a:r>
          </a:p>
        </p:txBody>
      </p:sp>
      <p:sp>
        <p:nvSpPr>
          <p:cNvPr id="4" name="Datumsplatzhalter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noAutofit/>
          </a:bodyPr>
          <a:lstStyle>
            <a:lvl1pPr>
              <a:defRPr>
                <a:solidFill>
                  <a:schemeClr val="bg2"/>
                </a:solidFill>
              </a:defRPr>
            </a:lvl1pPr>
          </a:lstStyle>
          <a:p>
            <a:pPr rtl="0"/>
            <a:r>
              <a:rPr lang="en-US"/>
              <a:t>10.08.2025</a:t>
            </a:r>
          </a:p>
        </p:txBody>
      </p:sp>
      <p:sp>
        <p:nvSpPr>
          <p:cNvPr id="6" name="Foliennummernplatzhalt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noAutofit/>
          </a:bodyPr>
          <a:lstStyle>
            <a:lvl1pPr>
              <a:defRPr>
                <a:solidFill>
                  <a:schemeClr val="bg2"/>
                </a:solidFill>
              </a:defRPr>
            </a:lvl1pPr>
          </a:lstStyle>
          <a:p>
            <a:pPr rtl="0"/>
            <a:fld id="{AEAA3239-9EA4-4A65-A281-97F994456D9F}" type="slidenum">
              <a:rPr lang="en-US" smtClean="0"/>
              <a:pPr rtl="0"/>
              <a:t/>
            </a:fld>
            <a:endParaRPr lang="en-US"/>
          </a:p>
        </p:txBody>
      </p:sp>
      <p:sp>
        <p:nvSpPr>
          <p:cNvPr id="7" name="Titel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rtl="0"/>
            <a:r>
              <a:rPr lang="de"/>
              <a:t>Titelmasterformat durch Klicken bearbeiten</a:t>
            </a:r>
          </a:p>
        </p:txBody>
      </p:sp>
    </p:spTree>
    <p:extLst>
      <p:ext uri="{BB962C8B-B14F-4D97-AF65-F5344CB8AC3E}">
        <p14:creationId xmlns:p14="http://schemas.microsoft.com/office/powerpoint/2010/main" val="390156468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9_60210654.xml><?xml version="1.0" encoding="utf-8"?>
<p:sldLayout xmlns:a="http://schemas.openxmlformats.org/drawingml/2006/main" xmlns:r="http://schemas.openxmlformats.org/officeDocument/2006/relationships" xmlns:p="http://schemas.openxmlformats.org/presentationml/2006/main" preserve="1">
  <p:cSld name="Abschnittsüberschrift">
    <p:bg>
      <p:bgPr>
        <a:solidFill>
          <a:schemeClr val="bg2"/>
        </a:solidFill>
        <a:effectLst/>
      </p:bgPr>
    </p:bg>
    <p:spTree>
      <p:nvGrpSpPr>
        <p:cNvPr id="1" name=""/>
        <p:cNvGrpSpPr/>
        <p:nvPr/>
      </p:nvGrpSpPr>
      <p:grpSpPr>
        <a:xfrm>
          <a:off x="0" y="0"/>
          <a:ext cx="0" cy="0"/>
          <a:chOff x="0" y="0"/>
          <a:chExt cx="0" cy="0"/>
        </a:xfrm>
      </p:grpSpPr>
      <p:sp>
        <p:nvSpPr>
          <p:cNvPr id="7" name="Freihandform: Form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pPr rtl="0"/>
            <a:endParaRPr lang="en-US"/>
          </a:p>
        </p:txBody>
      </p:sp>
      <p:sp>
        <p:nvSpPr>
          <p:cNvPr id="9" name="Freihandform: Form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pPr rtl="0"/>
            <a:endParaRPr lang="en-US"/>
          </a:p>
        </p:txBody>
      </p:sp>
      <p:sp>
        <p:nvSpPr>
          <p:cNvPr id="10" name="Freihandform: Form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pPr rtl="0"/>
            <a:endParaRPr lang="en-US"/>
          </a:p>
        </p:txBody>
      </p:sp>
      <p:sp>
        <p:nvSpPr>
          <p:cNvPr id="11" name="Freihandform: Form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pPr rtl="0"/>
            <a:endParaRPr lang="en-US"/>
          </a:p>
        </p:txBody>
      </p:sp>
      <p:sp>
        <p:nvSpPr>
          <p:cNvPr id="2" name="Titel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rtl="0"/>
            <a:r>
              <a:rPr lang="de"/>
              <a:t>Abschnittsüberschrift</a:t>
            </a:r>
          </a:p>
        </p:txBody>
      </p:sp>
      <p:sp>
        <p:nvSpPr>
          <p:cNvPr id="5" name="Fußzeilenplatzhalt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rtlCol="0">
            <a:noAutofit/>
          </a:bodyPr>
          <a:lstStyle/>
          <a:p>
            <a:pPr rtl="0"/>
            <a:r>
              <a:rPr lang="de"/>
              <a:t>Beispiel für einen Fußzeilentext</a:t>
            </a:r>
          </a:p>
        </p:txBody>
      </p:sp>
      <p:sp>
        <p:nvSpPr>
          <p:cNvPr id="4" name="Datumsplatzhalt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rtlCol="0">
            <a:noAutofit/>
          </a:bodyPr>
          <a:lstStyle/>
          <a:p>
            <a:pPr rtl="0"/>
            <a:r>
              <a:rPr lang="en-US"/>
              <a:t>10.08.2025</a:t>
            </a:r>
          </a:p>
        </p:txBody>
      </p:sp>
      <p:sp>
        <p:nvSpPr>
          <p:cNvPr id="6" name="Foliennummernplatzhalt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16127770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8_DE3938C5.xml><?xml version="1.0" encoding="utf-8"?>
<p:sldLayout xmlns:a="http://schemas.openxmlformats.org/drawingml/2006/main" xmlns:r="http://schemas.openxmlformats.org/officeDocument/2006/relationships" xmlns:p="http://schemas.openxmlformats.org/presentationml/2006/main" preserve="1" userDrawn="1">
  <p:cSld name="Agenda mit Bi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rtlCol="0" anchor="t">
            <a:noAutofit/>
          </a:bodyPr>
          <a:lstStyle>
            <a:lvl1pPr>
              <a:defRPr sz="9000"/>
            </a:lvl1pPr>
          </a:lstStyle>
          <a:p>
            <a:pPr rtl="0"/>
            <a:r>
              <a:rPr lang="de"/>
              <a:t>Agenda</a:t>
            </a:r>
          </a:p>
        </p:txBody>
      </p:sp>
      <p:sp>
        <p:nvSpPr>
          <p:cNvPr id="11" name="Bildplatzhalt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rtlCol="0"/>
          <a:lstStyle/>
          <a:p>
            <a:pPr rtl="0"/>
            <a:endParaRPr lang="en-US"/>
          </a:p>
        </p:txBody>
      </p:sp>
      <p:sp>
        <p:nvSpPr>
          <p:cNvPr id="7" name="Inhaltsplatzhalt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rtlCol="0"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cxnSp>
        <p:nvCxnSpPr>
          <p:cNvPr id="16" name="Gerader Verbinde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ußzeilenplatzhalt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rtlCol="0">
            <a:noAutofit/>
          </a:bodyPr>
          <a:lstStyle/>
          <a:p>
            <a:pPr rtl="0"/>
            <a:r>
              <a:rPr lang="de"/>
              <a:t>Beispiel für einen Fußzeilentext</a:t>
            </a:r>
            <a:endParaRPr lang="en-US"/>
          </a:p>
        </p:txBody>
      </p:sp>
      <p:sp>
        <p:nvSpPr>
          <p:cNvPr id="3" name="Datumsplatzhalt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rtlCol="0">
            <a:noAutofit/>
          </a:bodyPr>
          <a:lstStyle/>
          <a:p>
            <a:pPr rtl="0"/>
            <a:r>
              <a:rPr lang="en-US"/>
              <a:t>10.08.2025</a:t>
            </a:r>
          </a:p>
        </p:txBody>
      </p:sp>
      <p:sp>
        <p:nvSpPr>
          <p:cNvPr id="5" name="Foliennummernplatzhalt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3728292037"/>
      </p:ext>
    </p:extLst>
  </p:cSld>
  <p:clrMapOvr>
    <a:masterClrMapping/>
  </p:clrMapOvr>
</p:sldLayout>
</file>

<file path=ppt/slideLayouts/slideLayout_80000019_3DFCDFDE.xml><?xml version="1.0" encoding="utf-8"?>
<p:sldLayout xmlns:a="http://schemas.openxmlformats.org/drawingml/2006/main" xmlns:r="http://schemas.openxmlformats.org/officeDocument/2006/relationships" xmlns:p="http://schemas.openxmlformats.org/presentationml/2006/main" preserve="1" userDrawn="1">
  <p:cSld name="Inhalt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rtl="0"/>
            <a:r>
              <a:rPr lang="de"/>
              <a:t>Titelmasterformat durch Klicken bearbeiten</a:t>
            </a:r>
          </a:p>
        </p:txBody>
      </p:sp>
      <p:sp>
        <p:nvSpPr>
          <p:cNvPr id="8" name="Inhaltsplatzhalt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5" name="Fußzeilenplatzhalt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Autofit/>
          </a:bodyPr>
          <a:lstStyle/>
          <a:p>
            <a:pPr rtl="0"/>
            <a:r>
              <a:rPr lang="de"/>
              <a:t>Beispiel für einen Fußzeilentext</a:t>
            </a:r>
          </a:p>
        </p:txBody>
      </p:sp>
      <p:sp>
        <p:nvSpPr>
          <p:cNvPr id="4" name="Datumsplatzhalter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noAutofit/>
          </a:bodyPr>
          <a:lstStyle/>
          <a:p>
            <a:pPr rtl="0"/>
            <a:r>
              <a:rPr lang="en-US"/>
              <a:t>10.08.2025</a:t>
            </a:r>
          </a:p>
        </p:txBody>
      </p:sp>
      <p:sp>
        <p:nvSpPr>
          <p:cNvPr id="6" name="Foliennummernplatzhalt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
        <p:nvSpPr>
          <p:cNvPr id="9" name="Freihandform: Form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pPr rtl="0"/>
            <a:endParaRPr lang="en-US"/>
          </a:p>
        </p:txBody>
      </p:sp>
      <p:sp>
        <p:nvSpPr>
          <p:cNvPr id="10" name="Freihandform: Form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pPr rtl="0"/>
            <a:endParaRPr lang="en-US"/>
          </a:p>
        </p:txBody>
      </p:sp>
      <p:sp>
        <p:nvSpPr>
          <p:cNvPr id="11" name="Freihandform: Form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pPr rtl="0"/>
            <a:endParaRPr lang="en-US"/>
          </a:p>
        </p:txBody>
      </p:sp>
      <p:sp>
        <p:nvSpPr>
          <p:cNvPr id="12" name="Freihandform: Form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pPr rtl="0"/>
            <a:endParaRPr lang="en-US"/>
          </a:p>
        </p:txBody>
      </p:sp>
    </p:spTree>
    <p:extLst>
      <p:ext uri="{BB962C8B-B14F-4D97-AF65-F5344CB8AC3E}">
        <p14:creationId xmlns:p14="http://schemas.microsoft.com/office/powerpoint/2010/main" val="1039982558"/>
      </p:ext>
    </p:extLst>
  </p:cSld>
  <p:clrMapOvr>
    <a:masterClrMapping/>
  </p:clrMapOvr>
</p:sldLayout>
</file>

<file path=ppt/slideLayouts/slideLayout_80000020_C20FC488.xml><?xml version="1.0" encoding="utf-8"?>
<p:sldLayout xmlns:a="http://schemas.openxmlformats.org/drawingml/2006/main" xmlns:r="http://schemas.openxmlformats.org/officeDocument/2006/relationships" xmlns:p="http://schemas.openxmlformats.org/presentationml/2006/main" preserve="1" userDrawn="1">
  <p:cSld name="Inhalt mit Bild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rtlCol="0" anchor="b">
            <a:noAutofit/>
          </a:bodyPr>
          <a:lstStyle/>
          <a:p>
            <a:pPr rtl="0"/>
            <a:r>
              <a:rPr lang="de"/>
              <a:t>Titelmasterformat durch Klicken bearbeiten</a:t>
            </a:r>
          </a:p>
        </p:txBody>
      </p:sp>
      <p:sp>
        <p:nvSpPr>
          <p:cNvPr id="5" name="Bildplatzhalt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rtlCol="0"/>
          <a:lstStyle>
            <a:lvl1pPr marL="0" indent="0">
              <a:buNone/>
              <a:defRPr/>
            </a:lvl1pPr>
          </a:lstStyle>
          <a:p>
            <a:pPr rtl="0"/>
            <a:r>
              <a:rPr lang="de"/>
              <a:t>.</a:t>
            </a:r>
          </a:p>
        </p:txBody>
      </p:sp>
      <p:sp>
        <p:nvSpPr>
          <p:cNvPr id="8" name="Inhaltsplatzhalt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rtlCol="0">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4" name="Fußzeilenplatzhalt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rtlCol="0">
            <a:noAutofit/>
          </a:bodyPr>
          <a:lstStyle/>
          <a:p>
            <a:pPr rtl="0"/>
            <a:r>
              <a:rPr lang="de"/>
              <a:t>Beispiel für einen Fußzeilentext</a:t>
            </a:r>
            <a:endParaRPr lang="en-US"/>
          </a:p>
        </p:txBody>
      </p:sp>
      <p:sp>
        <p:nvSpPr>
          <p:cNvPr id="3" name="Datumsplatzhalt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rtlCol="0">
            <a:noAutofit/>
          </a:bodyPr>
          <a:lstStyle/>
          <a:p>
            <a:pPr rtl="0"/>
            <a:r>
              <a:rPr lang="en-US"/>
              <a:t>10.08.2025</a:t>
            </a:r>
          </a:p>
        </p:txBody>
      </p:sp>
      <p:sp>
        <p:nvSpPr>
          <p:cNvPr id="9" name="Foliennummernplatzhalt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3255813256"/>
      </p:ext>
    </p:extLst>
  </p:cSld>
  <p:clrMapOvr>
    <a:masterClrMapping/>
  </p:clrMapOvr>
</p:sldLayout>
</file>

<file path=ppt/slideLayouts/slideLayout_80000021_F599207C.xml><?xml version="1.0" encoding="utf-8"?>
<p:sldLayout xmlns:a="http://schemas.openxmlformats.org/drawingml/2006/main" xmlns:r="http://schemas.openxmlformats.org/officeDocument/2006/relationships" xmlns:p="http://schemas.openxmlformats.org/presentationml/2006/main" preserve="1">
  <p:cSld name="Inhalt mit Bild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rtlCol="0" anchor="b">
            <a:noAutofit/>
          </a:bodyPr>
          <a:lstStyle/>
          <a:p>
            <a:pPr rtl="0"/>
            <a:r>
              <a:rPr lang="de"/>
              <a:t>Titelmasterformat durch Klicken bearbeiten</a:t>
            </a:r>
          </a:p>
        </p:txBody>
      </p:sp>
      <p:sp>
        <p:nvSpPr>
          <p:cNvPr id="8" name="Inhaltsplatzhalt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rtlCol="0">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9" name="Fußzeilenplatzhalt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rtlCol="0">
            <a:noAutofit/>
          </a:bodyPr>
          <a:lstStyle/>
          <a:p>
            <a:pPr rtl="0"/>
            <a:r>
              <a:rPr lang="de"/>
              <a:t>Beispiel-Fußzeilentext</a:t>
            </a:r>
            <a:endParaRPr lang="en-US"/>
          </a:p>
        </p:txBody>
      </p:sp>
      <p:sp>
        <p:nvSpPr>
          <p:cNvPr id="4" name="Datumsplatzhalt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rtlCol="0">
            <a:noAutofit/>
          </a:bodyPr>
          <a:lstStyle/>
          <a:p>
            <a:pPr rtl="0"/>
            <a:r>
              <a:rPr lang="en-US"/>
              <a:t>10.08.2025</a:t>
            </a:r>
          </a:p>
        </p:txBody>
      </p:sp>
      <p:sp>
        <p:nvSpPr>
          <p:cNvPr id="10" name="Foliennummernplatzhalt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rtlCol="0">
            <a:noAutofit/>
          </a:bodyPr>
          <a:lstStyle/>
          <a:p>
            <a:pPr rtl="0"/>
            <a:fld id="{AEAA3239-9EA4-4A65-A281-97F994456D9F}" type="slidenum">
              <a:rPr lang="en-US" smtClean="0"/>
              <a:t/>
            </a:fld>
            <a:endParaRPr lang="en-US"/>
          </a:p>
        </p:txBody>
      </p:sp>
      <p:sp>
        <p:nvSpPr>
          <p:cNvPr id="11" name="Bildplatzhalt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rtlCol="0"/>
          <a:lstStyle>
            <a:lvl1pPr marL="0" indent="0">
              <a:buNone/>
              <a:defRPr/>
            </a:lvl1pPr>
          </a:lstStyle>
          <a:p>
            <a:pPr rtl="0"/>
            <a:r>
              <a:rPr lang="de"/>
              <a:t>.</a:t>
            </a:r>
          </a:p>
        </p:txBody>
      </p:sp>
    </p:spTree>
    <p:extLst>
      <p:ext uri="{BB962C8B-B14F-4D97-AF65-F5344CB8AC3E}">
        <p14:creationId xmlns:p14="http://schemas.microsoft.com/office/powerpoint/2010/main" val="4120453244"/>
      </p:ext>
    </p:extLst>
  </p:cSld>
  <p:clrMapOvr>
    <a:masterClrMapping/>
  </p:clrMapOvr>
</p:sldLayout>
</file>

<file path=ppt/slideLayouts/slideLayout_80000022_A03AED4A.xml><?xml version="1.0" encoding="utf-8"?>
<p:sldLayout xmlns:a="http://schemas.openxmlformats.org/drawingml/2006/main" xmlns:r="http://schemas.openxmlformats.org/officeDocument/2006/relationships" xmlns:p="http://schemas.openxmlformats.org/presentationml/2006/main" preserve="1" userDrawn="1">
  <p:cSld name="Inhalt mit Bild 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rtlCol="0" anchor="b">
            <a:noAutofit/>
          </a:bodyPr>
          <a:lstStyle>
            <a:lvl1pPr>
              <a:defRPr sz="5400"/>
            </a:lvl1pPr>
          </a:lstStyle>
          <a:p>
            <a:pPr rtl="0"/>
            <a:r>
              <a:rPr lang="de"/>
              <a:t>Titelmasterformat durch Klicken bearbeiten</a:t>
            </a:r>
          </a:p>
        </p:txBody>
      </p:sp>
      <p:sp>
        <p:nvSpPr>
          <p:cNvPr id="12" name="Bildplatzhalt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rtlCol="0"/>
          <a:lstStyle/>
          <a:p>
            <a:pPr rtl="0"/>
            <a:endParaRPr lang="en-US"/>
          </a:p>
        </p:txBody>
      </p:sp>
      <p:sp>
        <p:nvSpPr>
          <p:cNvPr id="8" name="Inhaltsplatzhalt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rtlCol="0">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6" name="Fußzeilenplatzhalt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rtlCol="0">
            <a:noAutofit/>
          </a:bodyPr>
          <a:lstStyle/>
          <a:p>
            <a:pPr rtl="0"/>
            <a:r>
              <a:rPr lang="de"/>
              <a:t>Beispiel für einen Fußzeilentext</a:t>
            </a:r>
          </a:p>
        </p:txBody>
      </p:sp>
      <p:sp>
        <p:nvSpPr>
          <p:cNvPr id="5" name="Datumsplatzhalt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rtlCol="0">
            <a:noAutofit/>
          </a:bodyPr>
          <a:lstStyle>
            <a:lvl1pPr>
              <a:defRPr>
                <a:solidFill>
                  <a:schemeClr val="tx1"/>
                </a:solidFill>
                <a:effectLst/>
              </a:defRPr>
            </a:lvl1pPr>
          </a:lstStyle>
          <a:p>
            <a:pPr rtl="0"/>
            <a:r>
              <a:rPr lang="en-US"/>
              <a:t>10.08.2025</a:t>
            </a:r>
          </a:p>
        </p:txBody>
      </p:sp>
      <p:sp>
        <p:nvSpPr>
          <p:cNvPr id="7" name="Foliennummernplatzhalt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2688216394"/>
      </p:ext>
    </p:extLst>
  </p:cSld>
  <p:clrMapOvr>
    <a:masterClrMapping/>
  </p:clrMapOvr>
</p:sldLayout>
</file>

<file path=ppt/slideLayouts/slideLayout_80000023_6AA9A318.xml><?xml version="1.0" encoding="utf-8"?>
<p:sldLayout xmlns:a="http://schemas.openxmlformats.org/drawingml/2006/main" xmlns:r="http://schemas.openxmlformats.org/officeDocument/2006/relationships" xmlns:p="http://schemas.openxmlformats.org/presentationml/2006/main" preserve="1" userDrawn="1">
  <p:cSld name="Inhalt mit Bild 6">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rtlCol="0" anchor="b">
            <a:noAutofit/>
          </a:bodyPr>
          <a:lstStyle>
            <a:lvl1pPr>
              <a:defRPr sz="5400"/>
            </a:lvl1pPr>
          </a:lstStyle>
          <a:p>
            <a:pPr rtl="0"/>
            <a:r>
              <a:rPr lang="de"/>
              <a:t>Titelmasterformat durch Klicken bearbeiten</a:t>
            </a:r>
          </a:p>
        </p:txBody>
      </p:sp>
      <p:sp>
        <p:nvSpPr>
          <p:cNvPr id="8" name="Inhaltsplatzhalt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rtlCol="0">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14" name="Fußzeilenplatzhalt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rtlCol="0">
            <a:noAutofit/>
          </a:bodyPr>
          <a:lstStyle/>
          <a:p>
            <a:pPr rtl="0"/>
            <a:r>
              <a:rPr lang="de"/>
              <a:t>Beispiel für einen Fußzeilentext</a:t>
            </a:r>
          </a:p>
        </p:txBody>
      </p:sp>
      <p:sp>
        <p:nvSpPr>
          <p:cNvPr id="13" name="Datumsplatzhalt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rtlCol="0">
            <a:noAutofit/>
          </a:bodyPr>
          <a:lstStyle>
            <a:lvl1pPr>
              <a:defRPr>
                <a:solidFill>
                  <a:schemeClr val="tx1"/>
                </a:solidFill>
                <a:effectLst/>
              </a:defRPr>
            </a:lvl1pPr>
          </a:lstStyle>
          <a:p>
            <a:pPr rtl="0"/>
            <a:r>
              <a:rPr lang="en-US"/>
              <a:t>10.08.2025</a:t>
            </a:r>
          </a:p>
        </p:txBody>
      </p:sp>
      <p:sp>
        <p:nvSpPr>
          <p:cNvPr id="15" name="Foliennummernplatzhalt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rtlCol="0">
            <a:noAutofit/>
          </a:bodyPr>
          <a:lstStyle/>
          <a:p>
            <a:pPr rtl="0"/>
            <a:fld id="{AEAA3239-9EA4-4A65-A281-97F994456D9F}" type="slidenum">
              <a:rPr lang="en-US" smtClean="0"/>
              <a:t/>
            </a:fld>
            <a:endParaRPr lang="en-US"/>
          </a:p>
        </p:txBody>
      </p:sp>
      <p:sp>
        <p:nvSpPr>
          <p:cNvPr id="3" name="Bildplatzhalt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rtlCol="0"/>
          <a:lstStyle/>
          <a:p>
            <a:pPr rtl="0"/>
            <a:endParaRPr lang="en-US"/>
          </a:p>
        </p:txBody>
      </p:sp>
    </p:spTree>
    <p:extLst>
      <p:ext uri="{BB962C8B-B14F-4D97-AF65-F5344CB8AC3E}">
        <p14:creationId xmlns:p14="http://schemas.microsoft.com/office/powerpoint/2010/main" val="1789502232"/>
      </p:ext>
    </p:extLst>
  </p:cSld>
  <p:clrMapOvr>
    <a:masterClrMapping/>
  </p:clrMapOvr>
</p:sldLayout>
</file>

<file path=ppt/slideLayouts/slideLayout_80000024_F0E8CE11.xml><?xml version="1.0" encoding="utf-8"?>
<p:sldLayout xmlns:a="http://schemas.openxmlformats.org/drawingml/2006/main" xmlns:r="http://schemas.openxmlformats.org/officeDocument/2006/relationships" xmlns:p="http://schemas.openxmlformats.org/presentationml/2006/main" preserve="1">
  <p:cSld name="Inhalt mit Bild 7">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rtlCol="0" anchor="b">
            <a:noAutofit/>
          </a:bodyPr>
          <a:lstStyle>
            <a:lvl1pPr>
              <a:defRPr sz="5400"/>
            </a:lvl1pPr>
          </a:lstStyle>
          <a:p>
            <a:pPr rtl="0"/>
            <a:r>
              <a:rPr lang="de"/>
              <a:t>Titelmasterformat durch Klicken bearbeiten</a:t>
            </a:r>
          </a:p>
        </p:txBody>
      </p:sp>
      <p:sp>
        <p:nvSpPr>
          <p:cNvPr id="11" name="Bildplatzhalt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rtlCol="0"/>
          <a:lstStyle>
            <a:lvl1pPr marL="0" indent="0">
              <a:buNone/>
              <a:defRPr/>
            </a:lvl1pPr>
          </a:lstStyle>
          <a:p>
            <a:pPr rtl="0"/>
            <a:r>
              <a:rPr lang="de"/>
              <a:t>.</a:t>
            </a:r>
          </a:p>
        </p:txBody>
      </p:sp>
      <p:sp>
        <p:nvSpPr>
          <p:cNvPr id="8" name="Inhaltsplatzhalt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rtlCol="0">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9" name="Fußzeilenplatzhalt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rtlCol="0">
            <a:noAutofit/>
          </a:bodyPr>
          <a:lstStyle/>
          <a:p>
            <a:pPr rtl="0"/>
            <a:r>
              <a:rPr lang="de"/>
              <a:t>Beispiel-Fußzeilentext</a:t>
            </a:r>
            <a:endParaRPr lang="en-US"/>
          </a:p>
        </p:txBody>
      </p:sp>
      <p:sp>
        <p:nvSpPr>
          <p:cNvPr id="4" name="Datumsplatzhalt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rtlCol="0">
            <a:noAutofit/>
          </a:bodyPr>
          <a:lstStyle/>
          <a:p>
            <a:pPr rtl="0"/>
            <a:r>
              <a:rPr lang="en-US"/>
              <a:t>10.08.2025</a:t>
            </a:r>
          </a:p>
        </p:txBody>
      </p:sp>
      <p:sp>
        <p:nvSpPr>
          <p:cNvPr id="10" name="Foliennummernplatzhalt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4041788945"/>
      </p:ext>
    </p:extLst>
  </p:cSld>
  <p:clrMapOvr>
    <a:masterClrMapping/>
  </p:clrMapOvr>
</p:sldLayout>
</file>

<file path=ppt/slideLayouts/slideLayout_80000025_A644DE66.xml><?xml version="1.0" encoding="utf-8"?>
<p:sldLayout xmlns:a="http://schemas.openxmlformats.org/drawingml/2006/main" xmlns:r="http://schemas.openxmlformats.org/officeDocument/2006/relationships" xmlns:p="http://schemas.openxmlformats.org/presentationml/2006/main" preserve="1" userDrawn="1">
  <p:cSld name="Inhalt mit Bild 8">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rtlCol="0" anchor="b">
            <a:noAutofit/>
          </a:bodyPr>
          <a:lstStyle>
            <a:lvl1pPr>
              <a:defRPr sz="5400"/>
            </a:lvl1pPr>
          </a:lstStyle>
          <a:p>
            <a:pPr rtl="0"/>
            <a:r>
              <a:rPr lang="de"/>
              <a:t>Titelmasterformat durch Klicken bearbeiten</a:t>
            </a:r>
          </a:p>
        </p:txBody>
      </p:sp>
      <p:sp>
        <p:nvSpPr>
          <p:cNvPr id="8" name="Inhaltsplatzhalt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rtlCol="0">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12" name="Fußzeilenplatzhalt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rtlCol="0">
            <a:noAutofit/>
          </a:bodyPr>
          <a:lstStyle/>
          <a:p>
            <a:pPr rtl="0"/>
            <a:r>
              <a:rPr lang="de"/>
              <a:t>Beispiel-Fußzeilentext</a:t>
            </a:r>
            <a:endParaRPr lang="en-US"/>
          </a:p>
        </p:txBody>
      </p:sp>
      <p:sp>
        <p:nvSpPr>
          <p:cNvPr id="7" name="Datumsplatzhalt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rtlCol="0">
            <a:noAutofit/>
          </a:bodyPr>
          <a:lstStyle/>
          <a:p>
            <a:pPr rtl="0"/>
            <a:r>
              <a:rPr lang="en-US"/>
              <a:t>10.08.2025</a:t>
            </a:r>
          </a:p>
        </p:txBody>
      </p:sp>
      <p:sp>
        <p:nvSpPr>
          <p:cNvPr id="13" name="Foliennummernplatzhalt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rtlCol="0">
            <a:noAutofit/>
          </a:bodyPr>
          <a:lstStyle/>
          <a:p>
            <a:pPr rtl="0"/>
            <a:fld id="{AEAA3239-9EA4-4A65-A281-97F994456D9F}" type="slidenum">
              <a:rPr lang="en-US" smtClean="0"/>
              <a:t/>
            </a:fld>
            <a:endParaRPr lang="en-US"/>
          </a:p>
        </p:txBody>
      </p:sp>
      <p:sp>
        <p:nvSpPr>
          <p:cNvPr id="4" name="Bildplatzhalt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rtlCol="0"/>
          <a:lstStyle>
            <a:lvl1pPr marL="0" indent="0">
              <a:buNone/>
              <a:defRPr/>
            </a:lvl1pPr>
          </a:lstStyle>
          <a:p>
            <a:pPr rtl="0"/>
            <a:r>
              <a:rPr lang="de"/>
              <a:t>.</a:t>
            </a:r>
          </a:p>
        </p:txBody>
      </p:sp>
    </p:spTree>
    <p:extLst>
      <p:ext uri="{BB962C8B-B14F-4D97-AF65-F5344CB8AC3E}">
        <p14:creationId xmlns:p14="http://schemas.microsoft.com/office/powerpoint/2010/main" val="2789531238"/>
      </p:ext>
    </p:extLst>
  </p:cSld>
  <p:clrMapOvr>
    <a:masterClrMapping/>
  </p:clrMapOvr>
</p:sldLayout>
</file>

<file path=ppt/slideLayouts/slideLayout_80000026_809CAA96.xml><?xml version="1.0" encoding="utf-8"?>
<p:sldLayout xmlns:a="http://schemas.openxmlformats.org/drawingml/2006/main" xmlns:r="http://schemas.openxmlformats.org/officeDocument/2006/relationships" xmlns:p="http://schemas.openxmlformats.org/presentationml/2006/main" preserve="1" userDrawn="1">
  <p:cSld name="Inhalt mit Bild 9">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rtlCol="0" anchor="t">
            <a:noAutofit/>
          </a:bodyPr>
          <a:lstStyle/>
          <a:p>
            <a:pPr rtl="0"/>
            <a:r>
              <a:rPr lang="de"/>
              <a:t>Titelmasterformat durch Klicken bearbeiten</a:t>
            </a:r>
          </a:p>
        </p:txBody>
      </p:sp>
      <p:sp>
        <p:nvSpPr>
          <p:cNvPr id="4" name="Bildplatzhalt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rtlCol="0"/>
          <a:lstStyle/>
          <a:p>
            <a:pPr rtl="0"/>
            <a:endParaRPr lang="en-US"/>
          </a:p>
        </p:txBody>
      </p:sp>
      <p:sp>
        <p:nvSpPr>
          <p:cNvPr id="8" name="Inhaltsplatzhalt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6" name="Fußzeilenplatzhalt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rtlCol="0">
            <a:noAutofit/>
          </a:bodyPr>
          <a:lstStyle/>
          <a:p>
            <a:pPr rtl="0"/>
            <a:r>
              <a:rPr lang="de"/>
              <a:t>Beispiel für einen Fußzeilentext</a:t>
            </a:r>
            <a:endParaRPr lang="en-US"/>
          </a:p>
        </p:txBody>
      </p:sp>
      <p:sp>
        <p:nvSpPr>
          <p:cNvPr id="5" name="Datumsplatzhalt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rtlCol="0">
            <a:noAutofit/>
          </a:bodyPr>
          <a:lstStyle>
            <a:lvl1pPr>
              <a:defRPr>
                <a:solidFill>
                  <a:schemeClr val="tx1"/>
                </a:solidFill>
                <a:effectLst/>
              </a:defRPr>
            </a:lvl1pPr>
          </a:lstStyle>
          <a:p>
            <a:pPr rtl="0"/>
            <a:r>
              <a:rPr lang="en-US"/>
              <a:t>10.08.2025</a:t>
            </a:r>
          </a:p>
        </p:txBody>
      </p:sp>
      <p:sp>
        <p:nvSpPr>
          <p:cNvPr id="7" name="Foliennummernplatzhalt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2157750934"/>
      </p:ext>
    </p:extLst>
  </p:cSld>
  <p:clrMapOvr>
    <a:masterClrMapping/>
  </p:clrMapOvr>
</p:sldLayout>
</file>

<file path=ppt/slideLayouts/slideLayout_80000027_78FB4DA3.xml><?xml version="1.0" encoding="utf-8"?>
<p:sldLayout xmlns:a="http://schemas.openxmlformats.org/drawingml/2006/main" xmlns:r="http://schemas.openxmlformats.org/officeDocument/2006/relationships" xmlns:p="http://schemas.openxmlformats.org/presentationml/2006/main" preserve="1" userDrawn="1">
  <p:cSld name="Inhalt mit Bild 1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rtlCol="0" anchor="t">
            <a:noAutofit/>
          </a:bodyPr>
          <a:lstStyle/>
          <a:p>
            <a:pPr rtl="0"/>
            <a:r>
              <a:rPr lang="de"/>
              <a:t>Titelmasterformat durch Klicken bearbeiten</a:t>
            </a:r>
          </a:p>
        </p:txBody>
      </p:sp>
      <p:sp>
        <p:nvSpPr>
          <p:cNvPr id="8" name="Inhaltsplatzhalt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15" name="Fußzeilenplatzhalt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rtlCol="0">
            <a:noAutofit/>
          </a:bodyPr>
          <a:lstStyle/>
          <a:p>
            <a:pPr rtl="0"/>
            <a:r>
              <a:rPr lang="de"/>
              <a:t>Beispiel für einen Fußzeilentext</a:t>
            </a:r>
            <a:endParaRPr lang="en-US"/>
          </a:p>
        </p:txBody>
      </p:sp>
      <p:sp>
        <p:nvSpPr>
          <p:cNvPr id="14" name="Datumsplatzhalt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rtlCol="0">
            <a:noAutofit/>
          </a:bodyPr>
          <a:lstStyle>
            <a:lvl1pPr>
              <a:defRPr>
                <a:solidFill>
                  <a:schemeClr val="tx1"/>
                </a:solidFill>
                <a:effectLst/>
              </a:defRPr>
            </a:lvl1pPr>
          </a:lstStyle>
          <a:p>
            <a:pPr rtl="0"/>
            <a:r>
              <a:rPr lang="en-US"/>
              <a:t>10.08.2025</a:t>
            </a:r>
          </a:p>
        </p:txBody>
      </p:sp>
      <p:sp>
        <p:nvSpPr>
          <p:cNvPr id="16" name="Foliennummernplatzhalt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rtlCol="0">
            <a:noAutofit/>
          </a:bodyPr>
          <a:lstStyle/>
          <a:p>
            <a:pPr rtl="0"/>
            <a:fld id="{AEAA3239-9EA4-4A65-A281-97F994456D9F}" type="slidenum">
              <a:rPr lang="en-US" smtClean="0"/>
              <a:t/>
            </a:fld>
            <a:endParaRPr lang="en-US"/>
          </a:p>
        </p:txBody>
      </p:sp>
      <p:sp>
        <p:nvSpPr>
          <p:cNvPr id="5" name="Bildplatzhalt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rtlCol="0"/>
          <a:lstStyle/>
          <a:p>
            <a:pPr rtl="0"/>
            <a:endParaRPr lang="en-US"/>
          </a:p>
        </p:txBody>
      </p:sp>
    </p:spTree>
    <p:extLst>
      <p:ext uri="{BB962C8B-B14F-4D97-AF65-F5344CB8AC3E}">
        <p14:creationId xmlns:p14="http://schemas.microsoft.com/office/powerpoint/2010/main" val="2029735331"/>
      </p:ext>
    </p:extLst>
  </p:cSld>
  <p:clrMapOvr>
    <a:masterClrMapping/>
  </p:clrMapOvr>
</p:sldLayout>
</file>

<file path=ppt/slideLayouts/slideLayout_80000028_7AB24444.xml><?xml version="1.0" encoding="utf-8"?>
<p:sldLayout xmlns:a="http://schemas.openxmlformats.org/drawingml/2006/main" xmlns:r="http://schemas.openxmlformats.org/officeDocument/2006/relationships" xmlns:p="http://schemas.openxmlformats.org/presentationml/2006/main" preserve="1" userDrawn="1">
  <p:cSld name="Inhalt mit Bild 1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rtlCol="0" anchor="t">
            <a:noAutofit/>
          </a:bodyPr>
          <a:lstStyle>
            <a:lvl1pPr>
              <a:defRPr sz="5400"/>
            </a:lvl1pPr>
          </a:lstStyle>
          <a:p>
            <a:pPr rtl="0"/>
            <a:r>
              <a:rPr lang="de"/>
              <a:t>Titelmasterformat durch Klicken bearbeiten</a:t>
            </a:r>
          </a:p>
        </p:txBody>
      </p:sp>
      <p:sp>
        <p:nvSpPr>
          <p:cNvPr id="4" name="Bildplatzhalt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rtlCol="0"/>
          <a:lstStyle/>
          <a:p>
            <a:pPr rtl="0"/>
            <a:endParaRPr lang="en-US"/>
          </a:p>
        </p:txBody>
      </p:sp>
      <p:sp>
        <p:nvSpPr>
          <p:cNvPr id="8" name="Inhaltsplatzhalt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6" name="Fußzeilenplatzhalt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noAutofit/>
          </a:bodyPr>
          <a:lstStyle/>
          <a:p>
            <a:pPr rtl="0"/>
            <a:r>
              <a:rPr lang="de"/>
              <a:t>Beispiel für einen Fußzeilentext</a:t>
            </a:r>
          </a:p>
        </p:txBody>
      </p:sp>
      <p:sp>
        <p:nvSpPr>
          <p:cNvPr id="5" name="Datumsplatzhalter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noAutofit/>
          </a:bodyPr>
          <a:lstStyle/>
          <a:p>
            <a:pPr rtl="0"/>
            <a:r>
              <a:rPr lang="en-US"/>
              <a:t>10.08.2025</a:t>
            </a:r>
          </a:p>
        </p:txBody>
      </p:sp>
      <p:sp>
        <p:nvSpPr>
          <p:cNvPr id="7" name="Foliennummernplatzhalt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2058503236"/>
      </p:ext>
    </p:extLst>
  </p:cSld>
  <p:clrMapOvr>
    <a:masterClrMapping/>
  </p:clrMapOvr>
</p:sldLayout>
</file>

<file path=ppt/slideLayouts/slideLayout_80000029_B9CEECF9.xml><?xml version="1.0" encoding="utf-8"?>
<p:sldLayout xmlns:a="http://schemas.openxmlformats.org/drawingml/2006/main" xmlns:r="http://schemas.openxmlformats.org/officeDocument/2006/relationships" xmlns:p="http://schemas.openxmlformats.org/presentationml/2006/main" preserve="1" userDrawn="1">
  <p:cSld name="Inhalt mit Bild 1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rtlCol="0" anchor="b">
            <a:noAutofit/>
          </a:bodyPr>
          <a:lstStyle>
            <a:lvl1pPr>
              <a:defRPr sz="5400"/>
            </a:lvl1pPr>
          </a:lstStyle>
          <a:p>
            <a:pPr rtl="0"/>
            <a:r>
              <a:rPr lang="de"/>
              <a:t>Titelmasterformat durch Klicken bearbeiten</a:t>
            </a:r>
          </a:p>
        </p:txBody>
      </p:sp>
      <p:sp>
        <p:nvSpPr>
          <p:cNvPr id="11" name="Bildplatzhalt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rtlCol="0"/>
          <a:lstStyle>
            <a:lvl1pPr marL="0" indent="0">
              <a:buNone/>
              <a:defRPr/>
            </a:lvl1pPr>
          </a:lstStyle>
          <a:p>
            <a:pPr rtl="0"/>
            <a:r>
              <a:rPr lang="de"/>
              <a:t>.</a:t>
            </a:r>
          </a:p>
        </p:txBody>
      </p:sp>
      <p:sp>
        <p:nvSpPr>
          <p:cNvPr id="8" name="Inhaltsplatzhalt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6" name="Fußzeilenplatzhalt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noAutofit/>
          </a:bodyPr>
          <a:lstStyle/>
          <a:p>
            <a:pPr rtl="0"/>
            <a:r>
              <a:rPr lang="de"/>
              <a:t>Beispiel für einen Fußzeilentext</a:t>
            </a:r>
            <a:endParaRPr lang="en-US"/>
          </a:p>
        </p:txBody>
      </p:sp>
      <p:sp>
        <p:nvSpPr>
          <p:cNvPr id="5" name="Datumsplatzhalter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noAutofit/>
          </a:bodyPr>
          <a:lstStyle/>
          <a:p>
            <a:pPr rtl="0"/>
            <a:r>
              <a:rPr lang="en-US"/>
              <a:t>10.08.2025</a:t>
            </a:r>
          </a:p>
        </p:txBody>
      </p:sp>
      <p:sp>
        <p:nvSpPr>
          <p:cNvPr id="7" name="Foliennummernplatzhalt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3117346041"/>
      </p:ext>
    </p:extLst>
  </p:cSld>
  <p:clrMapOvr>
    <a:masterClrMapping/>
  </p:clrMapOvr>
</p:sldLayout>
</file>

<file path=ppt/slideLayouts/slideLayout_80000030_F3853588.xml><?xml version="1.0" encoding="utf-8"?>
<p:sldLayout xmlns:a="http://schemas.openxmlformats.org/drawingml/2006/main" xmlns:r="http://schemas.openxmlformats.org/officeDocument/2006/relationships" xmlns:p="http://schemas.openxmlformats.org/presentationml/2006/main" preserve="1" userDrawn="1">
  <p:cSld name="Zahl groß">
    <p:bg>
      <p:bgRef idx="1001">
        <a:schemeClr val="bg1"/>
      </p:bgRef>
    </p:bg>
    <p:spTree>
      <p:nvGrpSpPr>
        <p:cNvPr id="1" name=""/>
        <p:cNvGrpSpPr/>
        <p:nvPr/>
      </p:nvGrpSpPr>
      <p:grpSpPr>
        <a:xfrm>
          <a:off x="0" y="0"/>
          <a:ext cx="0" cy="0"/>
          <a:chOff x="0" y="0"/>
          <a:chExt cx="0" cy="0"/>
        </a:xfrm>
      </p:grpSpPr>
      <p:sp>
        <p:nvSpPr>
          <p:cNvPr id="7" name="Freihandform: Form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ihandform: Form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ihandform: Form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ihandform: Form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el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rtlCol="0" anchor="t">
            <a:normAutofit/>
          </a:bodyPr>
          <a:lstStyle>
            <a:lvl1pPr>
              <a:lnSpc>
                <a:spcPct val="110000"/>
              </a:lnSpc>
              <a:defRPr sz="1800" cap="none" baseline="0">
                <a:solidFill>
                  <a:schemeClr val="tx2"/>
                </a:solidFill>
              </a:defRPr>
            </a:lvl1pPr>
          </a:lstStyle>
          <a:p>
            <a:pPr rtl="0"/>
            <a:r>
              <a:rPr lang="de"/>
              <a:t>Titelmasterformat durch Klicken bearbeiten</a:t>
            </a:r>
          </a:p>
        </p:txBody>
      </p:sp>
      <p:sp>
        <p:nvSpPr>
          <p:cNvPr id="13" name="Inhaltsplatzhalt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rtlCol="0" anchor="ctr">
            <a:noAutofit/>
          </a:bodyPr>
          <a:lstStyle>
            <a:lvl1pPr>
              <a:lnSpc>
                <a:spcPct val="90000"/>
              </a:lnSpc>
              <a:defRPr sz="28000"/>
            </a:lvl1pPr>
          </a:lstStyle>
          <a:p>
            <a:pPr lvl="0" rtl="0"/>
            <a:r>
              <a:rPr lang="de"/>
              <a:t>##%</a:t>
            </a:r>
          </a:p>
        </p:txBody>
      </p:sp>
      <p:sp>
        <p:nvSpPr>
          <p:cNvPr id="4" name="Fußzeilenplatzhalt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noAutofit/>
          </a:bodyPr>
          <a:lstStyle>
            <a:lvl1pPr algn="l" rtl="0">
              <a:defRPr>
                <a:solidFill>
                  <a:schemeClr val="tx1"/>
                </a:solidFill>
              </a:defRPr>
            </a:lvl1pPr>
          </a:lstStyle>
          <a:p>
            <a:pPr rtl="0"/>
            <a:r>
              <a:rPr lang="de"/>
              <a:t>Beispiel für einen Fußzeilentext</a:t>
            </a:r>
          </a:p>
        </p:txBody>
      </p:sp>
      <p:sp>
        <p:nvSpPr>
          <p:cNvPr id="3" name="Datumsplatzhalter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noAutofit/>
          </a:bodyPr>
          <a:lstStyle>
            <a:lvl1pPr algn="r" rtl="0">
              <a:defRPr>
                <a:solidFill>
                  <a:schemeClr val="tx1"/>
                </a:solidFill>
              </a:defRPr>
            </a:lvl1pPr>
          </a:lstStyle>
          <a:p>
            <a:pPr rtl="0"/>
            <a:r>
              <a:rPr lang="en-US"/>
              <a:t>10.08.2025</a:t>
            </a:r>
          </a:p>
        </p:txBody>
      </p:sp>
      <p:sp>
        <p:nvSpPr>
          <p:cNvPr id="5" name="Foliennummernplatzhalt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noAutofit/>
          </a:bodyPr>
          <a:lstStyle>
            <a:lvl1pPr algn="r" rtl="0">
              <a:defRPr>
                <a:solidFill>
                  <a:schemeClr val="tx1"/>
                </a:solidFill>
              </a:defRPr>
            </a:lvl1pPr>
          </a:lstStyle>
          <a:p>
            <a:pPr rtl="0"/>
            <a:fld id="{AEAA3239-9EA4-4A65-A281-97F994456D9F}" type="slidenum">
              <a:rPr lang="en-US" smtClean="0"/>
              <a:pPr rtl="0"/>
              <a:t/>
            </a:fld>
            <a:endParaRPr lang="en-US"/>
          </a:p>
        </p:txBody>
      </p:sp>
    </p:spTree>
    <p:extLst>
      <p:ext uri="{BB962C8B-B14F-4D97-AF65-F5344CB8AC3E}">
        <p14:creationId xmlns:p14="http://schemas.microsoft.com/office/powerpoint/2010/main" val="4085593480"/>
      </p:ext>
    </p:extLst>
  </p:cSld>
  <p:clrMapOvr>
    <a:overrideClrMapping bg1="dk1" tx1="lt1" bg2="dk2" tx2="lt2" accent1="accent1" accent2="accent2" accent3="accent3" accent4="accent4" accent5="accent5" accent6="accent6" hlink="hlink" folHlink="folHlink"/>
  </p:clrMapOvr>
</p:sldLayout>
</file>

<file path=ppt/slideLayouts/slideLayout_80000031_ACB52E8A.xml><?xml version="1.0" encoding="utf-8"?>
<p:sldLayout xmlns:a="http://schemas.openxmlformats.org/drawingml/2006/main" xmlns:r="http://schemas.openxmlformats.org/officeDocument/2006/relationships" xmlns:p="http://schemas.openxmlformats.org/presentationml/2006/main" preserve="1" userDrawn="1">
  <p:cSld name="Zahl groß 2">
    <p:bg>
      <p:bgPr>
        <a:solidFill>
          <a:schemeClr val="bg2"/>
        </a:solidFill>
        <a:effectLst/>
      </p:bgPr>
    </p:bg>
    <p:spTree>
      <p:nvGrpSpPr>
        <p:cNvPr id="1" name=""/>
        <p:cNvGrpSpPr/>
        <p:nvPr/>
      </p:nvGrpSpPr>
      <p:grpSpPr>
        <a:xfrm>
          <a:off x="0" y="0"/>
          <a:ext cx="0" cy="0"/>
          <a:chOff x="0" y="0"/>
          <a:chExt cx="0" cy="0"/>
        </a:xfrm>
      </p:grpSpPr>
      <p:sp>
        <p:nvSpPr>
          <p:cNvPr id="9" name="Freihandform: Form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pPr rtl="0"/>
            <a:endParaRPr lang="en-US"/>
          </a:p>
        </p:txBody>
      </p:sp>
      <p:sp>
        <p:nvSpPr>
          <p:cNvPr id="10" name="Freihandform: Form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pPr rtl="0"/>
            <a:endParaRPr lang="en-US"/>
          </a:p>
        </p:txBody>
      </p:sp>
      <p:sp>
        <p:nvSpPr>
          <p:cNvPr id="11" name="Freihandform: Form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pPr rtl="0"/>
            <a:endParaRPr lang="en-US"/>
          </a:p>
        </p:txBody>
      </p:sp>
      <p:sp>
        <p:nvSpPr>
          <p:cNvPr id="12" name="Freihandform: Form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pPr rtl="0"/>
            <a:endParaRPr lang="en-US"/>
          </a:p>
        </p:txBody>
      </p:sp>
      <p:sp>
        <p:nvSpPr>
          <p:cNvPr id="13" name="Titel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rtlCol="0" anchor="t">
            <a:normAutofit/>
          </a:bodyPr>
          <a:lstStyle>
            <a:lvl1pPr>
              <a:lnSpc>
                <a:spcPct val="110000"/>
              </a:lnSpc>
              <a:defRPr sz="1800" cap="none" baseline="0"/>
            </a:lvl1pPr>
          </a:lstStyle>
          <a:p>
            <a:pPr rtl="0"/>
            <a:r>
              <a:rPr lang="de"/>
              <a:t>Titelmasterformat durch Klicken bearbeiten</a:t>
            </a:r>
          </a:p>
        </p:txBody>
      </p:sp>
      <p:sp>
        <p:nvSpPr>
          <p:cNvPr id="8" name="Inhaltsplatzhalt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rtlCol="0" anchor="ctr">
            <a:noAutofit/>
          </a:bodyPr>
          <a:lstStyle>
            <a:lvl1pPr>
              <a:lnSpc>
                <a:spcPct val="90000"/>
              </a:lnSpc>
              <a:defRPr sz="28000"/>
            </a:lvl1pPr>
          </a:lstStyle>
          <a:p>
            <a:pPr lvl="0" rtl="0"/>
            <a:r>
              <a:rPr lang="de"/>
              <a:t>##%</a:t>
            </a:r>
          </a:p>
        </p:txBody>
      </p:sp>
      <p:sp>
        <p:nvSpPr>
          <p:cNvPr id="4" name="Fußzeilenplatzhalt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noAutofit/>
          </a:bodyPr>
          <a:lstStyle>
            <a:lvl1pPr>
              <a:defRPr>
                <a:solidFill>
                  <a:schemeClr val="tx1"/>
                </a:solidFill>
              </a:defRPr>
            </a:lvl1pPr>
          </a:lstStyle>
          <a:p>
            <a:pPr rtl="0"/>
            <a:r>
              <a:rPr lang="de"/>
              <a:t>Beispiel für einen Fußzeilentext</a:t>
            </a:r>
          </a:p>
        </p:txBody>
      </p:sp>
      <p:sp>
        <p:nvSpPr>
          <p:cNvPr id="3" name="Datumsplatzhalter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noAutofit/>
          </a:bodyPr>
          <a:lstStyle>
            <a:lvl1pPr>
              <a:defRPr>
                <a:solidFill>
                  <a:schemeClr val="tx1"/>
                </a:solidFill>
              </a:defRPr>
            </a:lvl1pPr>
          </a:lstStyle>
          <a:p>
            <a:pPr rtl="0"/>
            <a:r>
              <a:rPr lang="en-US"/>
              <a:t>10.08.2025</a:t>
            </a:r>
          </a:p>
        </p:txBody>
      </p:sp>
      <p:sp>
        <p:nvSpPr>
          <p:cNvPr id="5" name="Foliennummernplatzhalt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noAutofit/>
          </a:bodyPr>
          <a:lstStyle>
            <a:lvl1pPr>
              <a:defRPr>
                <a:solidFill>
                  <a:schemeClr val="tx1"/>
                </a:solidFill>
              </a:defRPr>
            </a:lvl1pPr>
          </a:lstStyle>
          <a:p>
            <a:pPr rtl="0"/>
            <a:fld id="{AEAA3239-9EA4-4A65-A281-97F994456D9F}" type="slidenum">
              <a:rPr lang="en-US" smtClean="0"/>
              <a:pPr rtl="0"/>
              <a:t/>
            </a:fld>
            <a:endParaRPr lang="en-US"/>
          </a:p>
        </p:txBody>
      </p:sp>
    </p:spTree>
    <p:extLst>
      <p:ext uri="{BB962C8B-B14F-4D97-AF65-F5344CB8AC3E}">
        <p14:creationId xmlns:p14="http://schemas.microsoft.com/office/powerpoint/2010/main" val="2897555082"/>
      </p:ext>
    </p:extLst>
  </p:cSld>
  <p:clrMapOvr>
    <a:masterClrMapping/>
  </p:clrMapOvr>
</p:sldLayout>
</file>

<file path=ppt/slideLayouts/slideLayout_80000032_BB764C45.xml><?xml version="1.0" encoding="utf-8"?>
<p:sldLayout xmlns:a="http://schemas.openxmlformats.org/drawingml/2006/main" xmlns:r="http://schemas.openxmlformats.org/officeDocument/2006/relationships" xmlns:p="http://schemas.openxmlformats.org/presentationml/2006/main" preserve="1" userDrawn="1">
  <p:cSld name="Zahl groß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el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rtlCol="0" anchor="t">
            <a:normAutofit/>
          </a:bodyPr>
          <a:lstStyle>
            <a:lvl1pPr>
              <a:lnSpc>
                <a:spcPct val="110000"/>
              </a:lnSpc>
              <a:defRPr sz="1800" cap="none" baseline="0">
                <a:solidFill>
                  <a:schemeClr val="tx2"/>
                </a:solidFill>
              </a:defRPr>
            </a:lvl1pPr>
          </a:lstStyle>
          <a:p>
            <a:pPr rtl="0"/>
            <a:r>
              <a:rPr lang="de"/>
              <a:t>Titelmasterformat durch Klicken bearbeiten</a:t>
            </a:r>
          </a:p>
        </p:txBody>
      </p:sp>
      <p:sp>
        <p:nvSpPr>
          <p:cNvPr id="14" name="Inhaltsplatzhalt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rtlCol="0" anchor="ctr">
            <a:noAutofit/>
          </a:bodyPr>
          <a:lstStyle>
            <a:lvl1pPr>
              <a:lnSpc>
                <a:spcPct val="90000"/>
              </a:lnSpc>
              <a:defRPr sz="28000"/>
            </a:lvl1pPr>
          </a:lstStyle>
          <a:p>
            <a:pPr lvl="0" rtl="0"/>
            <a:r>
              <a:rPr lang="de"/>
              <a:t>##%</a:t>
            </a:r>
          </a:p>
        </p:txBody>
      </p:sp>
      <p:sp>
        <p:nvSpPr>
          <p:cNvPr id="4" name="Fußzeilenplatzhalt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noAutofit/>
          </a:bodyPr>
          <a:lstStyle/>
          <a:p>
            <a:pPr rtl="0"/>
            <a:r>
              <a:rPr lang="de"/>
              <a:t>Beispiel für einen Fußzeilentext</a:t>
            </a:r>
          </a:p>
        </p:txBody>
      </p:sp>
      <p:sp>
        <p:nvSpPr>
          <p:cNvPr id="3" name="Datumsplatzhalter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noAutofit/>
          </a:bodyPr>
          <a:lstStyle/>
          <a:p>
            <a:pPr rtl="0"/>
            <a:r>
              <a:rPr lang="en-US"/>
              <a:t>10.08.2025</a:t>
            </a:r>
          </a:p>
        </p:txBody>
      </p:sp>
      <p:sp>
        <p:nvSpPr>
          <p:cNvPr id="5" name="Foliennummernplatzhalt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
        <p:nvSpPr>
          <p:cNvPr id="6" name="Freihandform: Form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pPr rtl="0"/>
            <a:endParaRPr lang="en-US"/>
          </a:p>
        </p:txBody>
      </p:sp>
      <p:sp>
        <p:nvSpPr>
          <p:cNvPr id="7" name="Freihandform: Form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pPr rtl="0"/>
            <a:endParaRPr lang="en-US"/>
          </a:p>
        </p:txBody>
      </p:sp>
      <p:sp>
        <p:nvSpPr>
          <p:cNvPr id="9" name="Freihandform: Form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pPr rtl="0"/>
            <a:endParaRPr lang="en-US"/>
          </a:p>
        </p:txBody>
      </p:sp>
      <p:sp>
        <p:nvSpPr>
          <p:cNvPr id="12" name="Freihandform: Form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pPr rtl="0"/>
            <a:endParaRPr lang="en-US"/>
          </a:p>
        </p:txBody>
      </p:sp>
    </p:spTree>
    <p:extLst>
      <p:ext uri="{BB962C8B-B14F-4D97-AF65-F5344CB8AC3E}">
        <p14:creationId xmlns:p14="http://schemas.microsoft.com/office/powerpoint/2010/main" val="3145092165"/>
      </p:ext>
    </p:extLst>
  </p:cSld>
  <p:clrMapOvr>
    <a:overrideClrMapping bg1="dk1" tx1="lt1" bg2="dk2" tx2="lt2" accent1="accent1" accent2="accent2" accent3="accent3" accent4="accent4" accent5="accent5" accent6="accent6" hlink="hlink" folHlink="folHlink"/>
  </p:clrMapOvr>
</p:sldLayout>
</file>

<file path=ppt/slideLayouts/slideLayout_80000033_BBB4079F.xml><?xml version="1.0" encoding="utf-8"?>
<p:sldLayout xmlns:a="http://schemas.openxmlformats.org/drawingml/2006/main" xmlns:r="http://schemas.openxmlformats.org/officeDocument/2006/relationships" xmlns:p="http://schemas.openxmlformats.org/presentationml/2006/main" preserve="1">
  <p:cSld name="Erläuterung">
    <p:bg>
      <p:bgRef idx="1001">
        <a:schemeClr val="bg1"/>
      </p:bgRef>
    </p:bg>
    <p:spTree>
      <p:nvGrpSpPr>
        <p:cNvPr id="1" name=""/>
        <p:cNvGrpSpPr/>
        <p:nvPr/>
      </p:nvGrpSpPr>
      <p:grpSpPr>
        <a:xfrm>
          <a:off x="0" y="0"/>
          <a:ext cx="0" cy="0"/>
          <a:chOff x="0" y="0"/>
          <a:chExt cx="0" cy="0"/>
        </a:xfrm>
      </p:grpSpPr>
      <p:sp>
        <p:nvSpPr>
          <p:cNvPr id="8" name="Freihandform: Form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pPr rtl="0"/>
            <a:endParaRPr lang="en-US"/>
          </a:p>
        </p:txBody>
      </p:sp>
      <p:sp>
        <p:nvSpPr>
          <p:cNvPr id="10" name="Freihandform: Form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pPr rtl="0"/>
            <a:endParaRPr lang="en-US"/>
          </a:p>
        </p:txBody>
      </p:sp>
      <p:sp>
        <p:nvSpPr>
          <p:cNvPr id="11" name="Freihandform: Form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pPr rtl="0"/>
            <a:endParaRPr lang="en-US"/>
          </a:p>
        </p:txBody>
      </p:sp>
      <p:sp>
        <p:nvSpPr>
          <p:cNvPr id="12" name="Freihandform: Form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pPr rtl="0"/>
            <a:endParaRPr lang="en-US"/>
          </a:p>
        </p:txBody>
      </p:sp>
      <p:sp>
        <p:nvSpPr>
          <p:cNvPr id="2" name="Titel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noAutofit/>
          </a:bodyPr>
          <a:lstStyle>
            <a:lvl1pPr>
              <a:defRPr sz="5400" b="0" i="0" cap="all" baseline="0">
                <a:solidFill>
                  <a:schemeClr val="accent1">
                    <a:lumMod val="50000"/>
                  </a:schemeClr>
                </a:solidFill>
                <a:latin typeface="+mj-lt"/>
              </a:defRPr>
            </a:lvl1pPr>
          </a:lstStyle>
          <a:p>
            <a:pPr rtl="0"/>
            <a:r>
              <a:rPr lang="de"/>
              <a:t>Titelmasterformat durch Klicken bearbeiten</a:t>
            </a:r>
            <a:endParaRPr lang="en-US"/>
          </a:p>
        </p:txBody>
      </p:sp>
      <p:sp>
        <p:nvSpPr>
          <p:cNvPr id="7" name="Inhaltsplatzhalt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rtlCol="0"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rtl="0"/>
            <a:r>
              <a:rPr lang="de"/>
              <a:t>Klicken, um die Aufstellung hinzuzufügen</a:t>
            </a:r>
          </a:p>
          <a:p>
            <a:pPr lvl="1" rtl="0"/>
            <a:r>
              <a:rPr lang="de"/>
              <a:t>Zweite Ebene</a:t>
            </a:r>
          </a:p>
          <a:p>
            <a:pPr lvl="2" rtl="0"/>
            <a:r>
              <a:rPr lang="de"/>
              <a:t>Dritte Ebene</a:t>
            </a:r>
          </a:p>
          <a:p>
            <a:pPr lvl="3" rtl="0"/>
            <a:r>
              <a:rPr lang="de"/>
              <a:t>Vierte Ebene</a:t>
            </a:r>
          </a:p>
          <a:p>
            <a:pPr lvl="4" rtl="0"/>
            <a:r>
              <a:rPr lang="de"/>
              <a:t>Fünfte Ebene</a:t>
            </a:r>
          </a:p>
        </p:txBody>
      </p:sp>
      <p:sp>
        <p:nvSpPr>
          <p:cNvPr id="4" name="Fußzeilenplatzhalt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noAutofit/>
          </a:bodyPr>
          <a:lstStyle/>
          <a:p>
            <a:pPr rtl="0"/>
            <a:r>
              <a:rPr lang="de"/>
              <a:t>Beispiel für einen Fußzeilentext</a:t>
            </a:r>
          </a:p>
        </p:txBody>
      </p:sp>
      <p:sp>
        <p:nvSpPr>
          <p:cNvPr id="3" name="Datumsplatzhalter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noAutofit/>
          </a:bodyPr>
          <a:lstStyle/>
          <a:p>
            <a:pPr rtl="0"/>
            <a:r>
              <a:rPr lang="en-US"/>
              <a:t>10.08.2025</a:t>
            </a:r>
          </a:p>
        </p:txBody>
      </p:sp>
      <p:sp>
        <p:nvSpPr>
          <p:cNvPr id="5" name="Foliennummernplatzhalt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3149137823"/>
      </p:ext>
    </p:extLst>
  </p:cSld>
  <p:clrMapOvr>
    <a:overrideClrMapping bg1="dk1" tx1="lt1" bg2="dk2" tx2="lt2" accent1="accent1" accent2="accent2" accent3="accent3" accent4="accent4" accent5="accent5" accent6="accent6" hlink="hlink" folHlink="folHlink"/>
  </p:clrMapOvr>
</p:sldLayout>
</file>

<file path=ppt/slideLayouts/slideLayout_80000034_8B240DD7.xml><?xml version="1.0" encoding="utf-8"?>
<p:sldLayout xmlns:a="http://schemas.openxmlformats.org/drawingml/2006/main" xmlns:r="http://schemas.openxmlformats.org/officeDocument/2006/relationships" xmlns:p="http://schemas.openxmlformats.org/presentationml/2006/main" preserve="1">
  <p:cSld name="Erläuterung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ihandform: Form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pPr rtl="0"/>
            <a:endParaRPr lang="en-US"/>
          </a:p>
        </p:txBody>
      </p:sp>
      <p:sp>
        <p:nvSpPr>
          <p:cNvPr id="10" name="Freihandform: Form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pPr rtl="0"/>
            <a:endParaRPr lang="en-US"/>
          </a:p>
        </p:txBody>
      </p:sp>
      <p:sp>
        <p:nvSpPr>
          <p:cNvPr id="11" name="Freihandform: Form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pPr rtl="0"/>
            <a:endParaRPr lang="en-US"/>
          </a:p>
        </p:txBody>
      </p:sp>
      <p:sp>
        <p:nvSpPr>
          <p:cNvPr id="12" name="Freihandform: Form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pPr rtl="0"/>
            <a:endParaRPr lang="en-US"/>
          </a:p>
        </p:txBody>
      </p:sp>
      <p:sp>
        <p:nvSpPr>
          <p:cNvPr id="2" name="Titel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noAutofit/>
          </a:bodyPr>
          <a:lstStyle>
            <a:lvl1pPr>
              <a:defRPr sz="5400" b="0" i="0" cap="all" baseline="0">
                <a:solidFill>
                  <a:schemeClr val="accent1">
                    <a:lumMod val="50000"/>
                  </a:schemeClr>
                </a:solidFill>
                <a:latin typeface="+mj-lt"/>
              </a:defRPr>
            </a:lvl1pPr>
          </a:lstStyle>
          <a:p>
            <a:pPr rtl="0"/>
            <a:r>
              <a:rPr lang="de"/>
              <a:t>Titelmasterformat durch Klicken bearbeiten</a:t>
            </a:r>
            <a:endParaRPr lang="en-US"/>
          </a:p>
        </p:txBody>
      </p:sp>
      <p:sp>
        <p:nvSpPr>
          <p:cNvPr id="7" name="Inhaltsplatzhalt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rtl="0"/>
            <a:r>
              <a:rPr lang="de"/>
              <a:t>Klicken, um die Aufstellung hinzuzufügen</a:t>
            </a:r>
          </a:p>
          <a:p>
            <a:pPr lvl="1" rtl="0"/>
            <a:r>
              <a:rPr lang="de"/>
              <a:t>Zweite Ebene</a:t>
            </a:r>
          </a:p>
          <a:p>
            <a:pPr lvl="2" rtl="0"/>
            <a:r>
              <a:rPr lang="de"/>
              <a:t>Dritte Ebene</a:t>
            </a:r>
          </a:p>
          <a:p>
            <a:pPr lvl="3" rtl="0"/>
            <a:r>
              <a:rPr lang="de"/>
              <a:t>Vierte Ebene</a:t>
            </a:r>
          </a:p>
          <a:p>
            <a:pPr lvl="4" rtl="0"/>
            <a:r>
              <a:rPr lang="de"/>
              <a:t>Fünfte Ebene</a:t>
            </a:r>
          </a:p>
        </p:txBody>
      </p:sp>
      <p:sp>
        <p:nvSpPr>
          <p:cNvPr id="4" name="Fußzeilenplatzhalt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noAutofit/>
          </a:bodyPr>
          <a:lstStyle/>
          <a:p>
            <a:pPr rtl="0"/>
            <a:r>
              <a:rPr lang="de"/>
              <a:t>Beispiel für einen Fußzeilentext</a:t>
            </a:r>
          </a:p>
        </p:txBody>
      </p:sp>
      <p:sp>
        <p:nvSpPr>
          <p:cNvPr id="3" name="Datumsplatzhalter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noAutofit/>
          </a:bodyPr>
          <a:lstStyle/>
          <a:p>
            <a:pPr rtl="0"/>
            <a:r>
              <a:rPr lang="en-US"/>
              <a:t>10.08.2025</a:t>
            </a:r>
          </a:p>
        </p:txBody>
      </p:sp>
      <p:sp>
        <p:nvSpPr>
          <p:cNvPr id="5" name="Foliennummernplatzhalt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2334395863"/>
      </p:ext>
    </p:extLst>
  </p:cSld>
  <p:clrMapOvr>
    <a:overrideClrMapping bg1="dk1" tx1="lt1" bg2="dk2" tx2="lt2" accent1="accent1" accent2="accent2" accent3="accent3" accent4="accent4" accent5="accent5" accent6="accent6" hlink="hlink" folHlink="folHlink"/>
  </p:clrMapOvr>
</p:sldLayout>
</file>

<file path=ppt/slideLayouts/slideLayout_80000035_63276EA0.xml><?xml version="1.0" encoding="utf-8"?>
<p:sldLayout xmlns:a="http://schemas.openxmlformats.org/drawingml/2006/main" xmlns:r="http://schemas.openxmlformats.org/officeDocument/2006/relationships" xmlns:p="http://schemas.openxmlformats.org/presentationml/2006/main" preserve="1" userDrawn="1">
  <p:cSld name="Zitat">
    <p:bg>
      <p:bgPr>
        <a:solidFill>
          <a:schemeClr val="tx2"/>
        </a:solidFill>
        <a:effectLst/>
      </p:bgPr>
    </p:bg>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rtlCol="0" anchor="t">
            <a:noAutofit/>
          </a:bodyPr>
          <a:lstStyle>
            <a:lvl1pPr marL="164592" indent="-164592">
              <a:lnSpc>
                <a:spcPct val="100000"/>
              </a:lnSpc>
              <a:spcBef>
                <a:spcPts val="0"/>
              </a:spcBef>
              <a:buNone/>
              <a:defRPr sz="5400" b="0" i="0" cap="all" baseline="0">
                <a:solidFill>
                  <a:schemeClr val="bg2"/>
                </a:solidFill>
                <a:latin typeface="+mj-lt"/>
              </a:defRPr>
            </a:lvl1pPr>
          </a:lstStyle>
          <a:p>
            <a:pPr lvl="0" rtl="0"/>
            <a:r>
              <a:rPr lang="de"/>
              <a:t>Angebot durch Klicken hinzufügen</a:t>
            </a:r>
          </a:p>
        </p:txBody>
      </p:sp>
      <p:sp>
        <p:nvSpPr>
          <p:cNvPr id="4" name="Fußzeilenplatzhalt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noAutofit/>
          </a:bodyPr>
          <a:lstStyle>
            <a:lvl1pPr>
              <a:defRPr>
                <a:solidFill>
                  <a:schemeClr val="bg1"/>
                </a:solidFill>
              </a:defRPr>
            </a:lvl1pPr>
          </a:lstStyle>
          <a:p>
            <a:pPr rtl="0"/>
            <a:r>
              <a:rPr lang="de"/>
              <a:t>Beispiel für einen Fußzeilentext</a:t>
            </a:r>
          </a:p>
        </p:txBody>
      </p:sp>
      <p:sp>
        <p:nvSpPr>
          <p:cNvPr id="3" name="Datumsplatzhalter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noAutofit/>
          </a:bodyPr>
          <a:lstStyle>
            <a:lvl1pPr>
              <a:defRPr>
                <a:solidFill>
                  <a:schemeClr val="bg1"/>
                </a:solidFill>
              </a:defRPr>
            </a:lvl1pPr>
          </a:lstStyle>
          <a:p>
            <a:pPr rtl="0"/>
            <a:r>
              <a:rPr lang="en-US"/>
              <a:t>10.08.2025</a:t>
            </a:r>
          </a:p>
        </p:txBody>
      </p:sp>
      <p:sp>
        <p:nvSpPr>
          <p:cNvPr id="5" name="Foliennummernplatzhalt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noAutofit/>
          </a:bodyPr>
          <a:lstStyle>
            <a:lvl1pPr>
              <a:defRPr>
                <a:solidFill>
                  <a:schemeClr val="bg1"/>
                </a:solidFill>
              </a:defRPr>
            </a:lvl1pPr>
          </a:lstStyle>
          <a:p>
            <a:pPr rtl="0"/>
            <a:fld id="{AEAA3239-9EA4-4A65-A281-97F994456D9F}" type="slidenum">
              <a:rPr lang="en-US" smtClean="0"/>
              <a:pPr rtl="0"/>
              <a:t/>
            </a:fld>
            <a:endParaRPr lang="en-US"/>
          </a:p>
        </p:txBody>
      </p:sp>
      <p:sp>
        <p:nvSpPr>
          <p:cNvPr id="8" name="Freihandform: Form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pPr rtl="0"/>
            <a:endParaRPr lang="en-US"/>
          </a:p>
        </p:txBody>
      </p:sp>
      <p:sp>
        <p:nvSpPr>
          <p:cNvPr id="10" name="Freihandform: Form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pPr rtl="0"/>
            <a:endParaRPr lang="en-US"/>
          </a:p>
        </p:txBody>
      </p:sp>
      <p:sp>
        <p:nvSpPr>
          <p:cNvPr id="11" name="Freihandform: Form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pPr rtl="0"/>
            <a:endParaRPr lang="en-US"/>
          </a:p>
        </p:txBody>
      </p:sp>
      <p:sp>
        <p:nvSpPr>
          <p:cNvPr id="12" name="Freihandform: Form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pPr rtl="0"/>
            <a:endParaRPr lang="en-US"/>
          </a:p>
        </p:txBody>
      </p:sp>
      <p:sp>
        <p:nvSpPr>
          <p:cNvPr id="6" name="Titel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rtlCol="0" anchor="ctr">
            <a:normAutofit/>
          </a:bodyPr>
          <a:lstStyle>
            <a:lvl1pPr>
              <a:lnSpc>
                <a:spcPct val="120000"/>
              </a:lnSpc>
              <a:defRPr sz="1800" cap="none" baseline="0">
                <a:solidFill>
                  <a:schemeClr val="bg2"/>
                </a:solidFill>
              </a:defRPr>
            </a:lvl1pPr>
          </a:lstStyle>
          <a:p>
            <a:pPr rtl="0"/>
            <a:r>
              <a:rPr lang="de"/>
              <a:t>Zitatautor</a:t>
            </a:r>
          </a:p>
        </p:txBody>
      </p:sp>
    </p:spTree>
    <p:extLst>
      <p:ext uri="{BB962C8B-B14F-4D97-AF65-F5344CB8AC3E}">
        <p14:creationId xmlns:p14="http://schemas.microsoft.com/office/powerpoint/2010/main" val="1663528608"/>
      </p:ext>
    </p:extLst>
  </p:cSld>
  <p:clrMapOvr>
    <a:masterClrMapping/>
  </p:clrMapOvr>
</p:sldLayout>
</file>

<file path=ppt/slideLayouts/slideLayout_80000036_CADC1E37.xml><?xml version="1.0" encoding="utf-8"?>
<p:sldLayout xmlns:a="http://schemas.openxmlformats.org/drawingml/2006/main" xmlns:r="http://schemas.openxmlformats.org/officeDocument/2006/relationships" xmlns:p="http://schemas.openxmlformats.org/presentationml/2006/main" preserve="1" userDrawn="1">
  <p:cSld name="Zitat 2">
    <p:bg>
      <p:bgPr>
        <a:solidFill>
          <a:schemeClr val="accent4"/>
        </a:solidFill>
        <a:effectLst/>
      </p:bgPr>
    </p:bg>
    <p:spTree>
      <p:nvGrpSpPr>
        <p:cNvPr id="1" name=""/>
        <p:cNvGrpSpPr/>
        <p:nvPr/>
      </p:nvGrpSpPr>
      <p:grpSpPr>
        <a:xfrm>
          <a:off x="0" y="0"/>
          <a:ext cx="0" cy="0"/>
          <a:chOff x="0" y="0"/>
          <a:chExt cx="0" cy="0"/>
        </a:xfrm>
      </p:grpSpPr>
      <p:sp>
        <p:nvSpPr>
          <p:cNvPr id="8" name="Freihandform: Form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pPr rtl="0"/>
            <a:endParaRPr lang="en-US"/>
          </a:p>
        </p:txBody>
      </p:sp>
      <p:sp>
        <p:nvSpPr>
          <p:cNvPr id="10" name="Freihandform: Form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pPr rtl="0"/>
            <a:endParaRPr lang="en-US"/>
          </a:p>
        </p:txBody>
      </p:sp>
      <p:sp>
        <p:nvSpPr>
          <p:cNvPr id="11" name="Freihandform: Form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pPr rtl="0"/>
            <a:endParaRPr lang="en-US"/>
          </a:p>
        </p:txBody>
      </p:sp>
      <p:sp>
        <p:nvSpPr>
          <p:cNvPr id="12" name="Freihandform: Form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pPr rtl="0"/>
            <a:endParaRPr lang="en-US"/>
          </a:p>
        </p:txBody>
      </p:sp>
      <p:sp>
        <p:nvSpPr>
          <p:cNvPr id="7" name="Inhaltsplatzhalt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rtlCol="0" anchor="b">
            <a:noAutofit/>
          </a:bodyPr>
          <a:lstStyle>
            <a:lvl1pPr marL="164592" indent="-164592">
              <a:lnSpc>
                <a:spcPct val="100000"/>
              </a:lnSpc>
              <a:spcBef>
                <a:spcPts val="0"/>
              </a:spcBef>
              <a:buNone/>
              <a:defRPr sz="5400" b="0" i="0" cap="all" baseline="0">
                <a:solidFill>
                  <a:schemeClr val="bg2"/>
                </a:solidFill>
                <a:latin typeface="+mj-lt"/>
              </a:defRPr>
            </a:lvl1pPr>
          </a:lstStyle>
          <a:p>
            <a:pPr lvl="0" rtl="0"/>
            <a:r>
              <a:rPr lang="de"/>
              <a:t>Angebot durch Klicken hinzufügen</a:t>
            </a:r>
          </a:p>
        </p:txBody>
      </p:sp>
      <p:sp>
        <p:nvSpPr>
          <p:cNvPr id="4" name="Fußzeilenplatzhalt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noAutofit/>
          </a:bodyPr>
          <a:lstStyle>
            <a:lvl1pPr>
              <a:defRPr>
                <a:solidFill>
                  <a:schemeClr val="bg1"/>
                </a:solidFill>
              </a:defRPr>
            </a:lvl1pPr>
          </a:lstStyle>
          <a:p>
            <a:pPr rtl="0"/>
            <a:r>
              <a:rPr lang="de"/>
              <a:t>Beispiel für einen Fußzeilentext</a:t>
            </a:r>
          </a:p>
        </p:txBody>
      </p:sp>
      <p:sp>
        <p:nvSpPr>
          <p:cNvPr id="3" name="Datumsplatzhalter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noAutofit/>
          </a:bodyPr>
          <a:lstStyle>
            <a:lvl1pPr>
              <a:defRPr>
                <a:solidFill>
                  <a:schemeClr val="bg1"/>
                </a:solidFill>
              </a:defRPr>
            </a:lvl1pPr>
          </a:lstStyle>
          <a:p>
            <a:pPr rtl="0"/>
            <a:r>
              <a:rPr lang="en-US"/>
              <a:t>10.08.2025</a:t>
            </a:r>
          </a:p>
        </p:txBody>
      </p:sp>
      <p:sp>
        <p:nvSpPr>
          <p:cNvPr id="5" name="Foliennummernplatzhalt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noAutofit/>
          </a:bodyPr>
          <a:lstStyle>
            <a:lvl1pPr>
              <a:defRPr>
                <a:solidFill>
                  <a:schemeClr val="bg1"/>
                </a:solidFill>
              </a:defRPr>
            </a:lvl1pPr>
          </a:lstStyle>
          <a:p>
            <a:pPr rtl="0"/>
            <a:fld id="{AEAA3239-9EA4-4A65-A281-97F994456D9F}" type="slidenum">
              <a:rPr lang="en-US" smtClean="0"/>
              <a:pPr rtl="0"/>
              <a:t/>
            </a:fld>
            <a:endParaRPr lang="en-US"/>
          </a:p>
        </p:txBody>
      </p:sp>
      <p:sp>
        <p:nvSpPr>
          <p:cNvPr id="13" name="Titel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rtlCol="0" anchor="ctr">
            <a:normAutofit/>
          </a:bodyPr>
          <a:lstStyle>
            <a:lvl1pPr>
              <a:lnSpc>
                <a:spcPct val="120000"/>
              </a:lnSpc>
              <a:defRPr sz="1800" cap="none" baseline="0">
                <a:solidFill>
                  <a:schemeClr val="bg2"/>
                </a:solidFill>
              </a:defRPr>
            </a:lvl1pPr>
          </a:lstStyle>
          <a:p>
            <a:pPr rtl="0"/>
            <a:r>
              <a:rPr lang="de"/>
              <a:t>Zitatautor</a:t>
            </a:r>
          </a:p>
        </p:txBody>
      </p:sp>
    </p:spTree>
    <p:extLst>
      <p:ext uri="{BB962C8B-B14F-4D97-AF65-F5344CB8AC3E}">
        <p14:creationId xmlns:p14="http://schemas.microsoft.com/office/powerpoint/2010/main" val="3403423287"/>
      </p:ext>
    </p:extLst>
  </p:cSld>
  <p:clrMapOvr>
    <a:overrideClrMapping bg1="dk1" tx1="lt1" bg2="dk2" tx2="lt2" accent1="accent1" accent2="accent2" accent3="accent3" accent4="accent4" accent5="accent5" accent6="accent6" hlink="hlink" folHlink="folHlink"/>
  </p:clrMapOvr>
</p:sldLayout>
</file>

<file path=ppt/slideLayouts/slideLayout_80000037_609080B0.xml><?xml version="1.0" encoding="utf-8"?>
<p:sldLayout xmlns:a="http://schemas.openxmlformats.org/drawingml/2006/main" xmlns:r="http://schemas.openxmlformats.org/officeDocument/2006/relationships" xmlns:p="http://schemas.openxmlformats.org/presentationml/2006/main" preserve="1" userDrawn="1">
  <p:cSld name="Zitat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ihandform: Form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pPr rtl="0"/>
            <a:endParaRPr lang="en-US"/>
          </a:p>
        </p:txBody>
      </p:sp>
      <p:sp>
        <p:nvSpPr>
          <p:cNvPr id="10" name="Freihandform: Form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pPr rtl="0"/>
            <a:endParaRPr lang="en-US"/>
          </a:p>
        </p:txBody>
      </p:sp>
      <p:sp>
        <p:nvSpPr>
          <p:cNvPr id="11" name="Freihandform: Form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pPr rtl="0"/>
            <a:endParaRPr lang="en-US"/>
          </a:p>
        </p:txBody>
      </p:sp>
      <p:sp>
        <p:nvSpPr>
          <p:cNvPr id="12" name="Freihandform: Form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pPr rtl="0"/>
            <a:endParaRPr lang="en-US"/>
          </a:p>
        </p:txBody>
      </p:sp>
      <p:sp>
        <p:nvSpPr>
          <p:cNvPr id="7" name="Inhaltsplatzhalt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rtlCol="0"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rtl="0"/>
            <a:r>
              <a:rPr lang="de"/>
              <a:t>Angebot durch Klicken hinzufügen</a:t>
            </a:r>
          </a:p>
        </p:txBody>
      </p:sp>
      <p:sp>
        <p:nvSpPr>
          <p:cNvPr id="4" name="Fußzeilenplatzhalt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noAutofit/>
          </a:bodyPr>
          <a:lstStyle>
            <a:lvl1pPr>
              <a:defRPr>
                <a:solidFill>
                  <a:schemeClr val="bg1"/>
                </a:solidFill>
              </a:defRPr>
            </a:lvl1pPr>
          </a:lstStyle>
          <a:p>
            <a:pPr rtl="0"/>
            <a:r>
              <a:rPr lang="de"/>
              <a:t>Beispiel für einen Fußzeilentext</a:t>
            </a:r>
          </a:p>
        </p:txBody>
      </p:sp>
      <p:sp>
        <p:nvSpPr>
          <p:cNvPr id="3" name="Datumsplatzhalter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noAutofit/>
          </a:bodyPr>
          <a:lstStyle>
            <a:lvl1pPr>
              <a:defRPr>
                <a:solidFill>
                  <a:schemeClr val="bg1"/>
                </a:solidFill>
              </a:defRPr>
            </a:lvl1pPr>
          </a:lstStyle>
          <a:p>
            <a:pPr rtl="0"/>
            <a:r>
              <a:rPr lang="en-US"/>
              <a:t>10.08.2025</a:t>
            </a:r>
          </a:p>
        </p:txBody>
      </p:sp>
      <p:sp>
        <p:nvSpPr>
          <p:cNvPr id="5" name="Foliennummernplatzhalt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noAutofit/>
          </a:bodyPr>
          <a:lstStyle>
            <a:lvl1pPr>
              <a:defRPr>
                <a:solidFill>
                  <a:schemeClr val="bg1"/>
                </a:solidFill>
              </a:defRPr>
            </a:lvl1pPr>
          </a:lstStyle>
          <a:p>
            <a:pPr rtl="0"/>
            <a:fld id="{AEAA3239-9EA4-4A65-A281-97F994456D9F}" type="slidenum">
              <a:rPr lang="en-US" smtClean="0"/>
              <a:pPr rtl="0"/>
              <a:t/>
            </a:fld>
            <a:endParaRPr lang="en-US"/>
          </a:p>
        </p:txBody>
      </p:sp>
      <p:sp>
        <p:nvSpPr>
          <p:cNvPr id="13" name="Titel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rtlCol="0" anchor="t">
            <a:normAutofit/>
          </a:bodyPr>
          <a:lstStyle>
            <a:lvl1pPr>
              <a:lnSpc>
                <a:spcPct val="120000"/>
              </a:lnSpc>
              <a:defRPr sz="1800" cap="none" baseline="0">
                <a:solidFill>
                  <a:schemeClr val="bg2"/>
                </a:solidFill>
              </a:defRPr>
            </a:lvl1pPr>
          </a:lstStyle>
          <a:p>
            <a:pPr rtl="0"/>
            <a:r>
              <a:rPr lang="de"/>
              <a:t>Zitatautor</a:t>
            </a:r>
          </a:p>
        </p:txBody>
      </p:sp>
    </p:spTree>
    <p:extLst>
      <p:ext uri="{BB962C8B-B14F-4D97-AF65-F5344CB8AC3E}">
        <p14:creationId xmlns:p14="http://schemas.microsoft.com/office/powerpoint/2010/main" val="1620082864"/>
      </p:ext>
    </p:extLst>
  </p:cSld>
  <p:clrMapOvr>
    <a:masterClrMapping/>
  </p:clrMapOvr>
</p:sldLayout>
</file>

<file path=ppt/slideLayouts/slideLayout_80000038_E495B767.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rtlCol="0" anchor="b">
            <a:noAutofit/>
          </a:bodyPr>
          <a:lstStyle/>
          <a:p>
            <a:pPr rtl="0"/>
            <a:r>
              <a:rPr lang="de"/>
              <a:t>Titelmasterformat durch Klicken bearbeiten</a:t>
            </a:r>
          </a:p>
        </p:txBody>
      </p:sp>
      <p:sp>
        <p:nvSpPr>
          <p:cNvPr id="4" name="Inhaltsplatzhalt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rtlCol="0">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endParaRPr lang="en-US"/>
          </a:p>
        </p:txBody>
      </p:sp>
      <p:sp>
        <p:nvSpPr>
          <p:cNvPr id="10" name="Inhaltsplatzhalt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rtlCol="0">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6" name="Fußzeilenplatzhalt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noAutofit/>
          </a:bodyPr>
          <a:lstStyle/>
          <a:p>
            <a:pPr rtl="0"/>
            <a:r>
              <a:rPr lang="de"/>
              <a:t>Beispiel für einen Fußzeilentext</a:t>
            </a:r>
          </a:p>
        </p:txBody>
      </p:sp>
      <p:sp>
        <p:nvSpPr>
          <p:cNvPr id="5" name="Datumsplatzhalter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noAutofit/>
          </a:bodyPr>
          <a:lstStyle/>
          <a:p>
            <a:pPr rtl="0"/>
            <a:r>
              <a:rPr lang="en-US"/>
              <a:t>10.08.2025</a:t>
            </a:r>
          </a:p>
        </p:txBody>
      </p:sp>
      <p:sp>
        <p:nvSpPr>
          <p:cNvPr id="7" name="Foliennummernplatzhalt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3835017063"/>
      </p:ext>
    </p:extLst>
  </p:cSld>
  <p:clrMapOvr>
    <a:masterClrMapping/>
  </p:clrMapOvr>
</p:sldLayout>
</file>

<file path=ppt/slideLayouts/slideLayout_80000039_A6C3634C.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rtlCol="0" anchor="b">
            <a:noAutofit/>
          </a:bodyPr>
          <a:lstStyle/>
          <a:p>
            <a:pPr rtl="0"/>
            <a:r>
              <a:rPr lang="de"/>
              <a:t>Titelmasterformat durch Klicken bearbeiten</a:t>
            </a:r>
          </a:p>
        </p:txBody>
      </p:sp>
      <p:sp>
        <p:nvSpPr>
          <p:cNvPr id="3" name="Textplatzhalt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rtlCol="0"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
              <a:t>Textmasterformat durch Klicken bearbeiten</a:t>
            </a:r>
          </a:p>
        </p:txBody>
      </p:sp>
      <p:sp>
        <p:nvSpPr>
          <p:cNvPr id="5" name="Textplatzhalt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rtlCol="0"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
              <a:t>Textmasterformat durch Klicken bearbeiten</a:t>
            </a:r>
          </a:p>
        </p:txBody>
      </p:sp>
      <p:sp>
        <p:nvSpPr>
          <p:cNvPr id="6" name="Inhaltsplatzhalt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rtlCol="0">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12" name="Inhaltsplatzhalt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rtlCol="0">
            <a:noAutofit/>
          </a:bodyPr>
          <a:lstStyle>
            <a:lvl1pPr>
              <a:defRPr sz="1400"/>
            </a:lvl1pPr>
            <a:lvl2pPr>
              <a:defRPr sz="1400"/>
            </a:lvl2pPr>
            <a:lvl3pPr>
              <a:defRPr sz="1400"/>
            </a:lvl3pPr>
            <a:lvl4pPr>
              <a:defRPr sz="1400"/>
            </a:lvl4pPr>
            <a:lvl5pPr>
              <a:defRPr sz="1400"/>
            </a:lvl5p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8" name="Fußzeilenplatzhalt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rtlCol="0">
            <a:noAutofit/>
          </a:bodyPr>
          <a:lstStyle/>
          <a:p>
            <a:pPr rtl="0"/>
            <a:r>
              <a:rPr lang="de"/>
              <a:t>Beispiel für Fußzeilentext</a:t>
            </a:r>
          </a:p>
        </p:txBody>
      </p:sp>
      <p:sp>
        <p:nvSpPr>
          <p:cNvPr id="7" name="Datumsplatzhalter 6">
            <a:extLst>
              <a:ext uri="{FF2B5EF4-FFF2-40B4-BE49-F238E27FC236}">
                <a16:creationId xmlns:a16="http://schemas.microsoft.com/office/drawing/2014/main" id="{4E3B3581-658A-8487-F9CB-E79F2BFF27E4}"/>
              </a:ext>
            </a:extLst>
          </p:cNvPr>
          <p:cNvSpPr>
            <a:spLocks noGrp="1"/>
          </p:cNvSpPr>
          <p:nvPr>
            <p:ph type="dt" sz="half" idx="10"/>
          </p:nvPr>
        </p:nvSpPr>
        <p:spPr/>
        <p:txBody>
          <a:bodyPr rtlCol="0">
            <a:noAutofit/>
          </a:bodyPr>
          <a:lstStyle/>
          <a:p>
            <a:pPr rtl="0"/>
            <a:r>
              <a:rPr lang="en-US"/>
              <a:t>10.08.2025</a:t>
            </a:r>
          </a:p>
        </p:txBody>
      </p:sp>
      <p:sp>
        <p:nvSpPr>
          <p:cNvPr id="9" name="Foliennummernplatzhalt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rtlCol="0">
            <a:noAutofit/>
          </a:bodyPr>
          <a:lstStyle/>
          <a:p>
            <a:pPr rtl="0"/>
            <a:fld id="{AEAA3239-9EA4-4A65-A281-97F994456D9F}" type="slidenum">
              <a:rPr lang="en-US" smtClean="0"/>
              <a:t/>
            </a:fld>
            <a:endParaRPr lang="en-US"/>
          </a:p>
        </p:txBody>
      </p:sp>
    </p:spTree>
    <p:extLst>
      <p:ext uri="{BB962C8B-B14F-4D97-AF65-F5344CB8AC3E}">
        <p14:creationId xmlns:p14="http://schemas.microsoft.com/office/powerpoint/2010/main" val="2797822796"/>
      </p:ext>
    </p:extLst>
  </p:cSld>
  <p:clrMapOvr>
    <a:masterClrMapping/>
  </p:clrMapOvr>
</p:sldLayout>
</file>

<file path=ppt/slideMasters/_rels/slideMaster_80000000_46329CC3.xml.rels><?xml version="1.0" encoding="UTF-8" standalone="yes"?>
<Relationships xmlns="http://schemas.openxmlformats.org/package/2006/relationships"><Relationship Id="rId13" Type="http://schemas.openxmlformats.org/officeDocument/2006/relationships/slideLayout" Target="../slideLayouts/slideLayout_80000019_3DFCDFDE.xml"/><Relationship Id="rId18" Type="http://schemas.openxmlformats.org/officeDocument/2006/relationships/slideLayout" Target="../slideLayouts/slideLayout_8000001E_950CBDF.xml"/><Relationship Id="rId26" Type="http://schemas.openxmlformats.org/officeDocument/2006/relationships/slideLayout" Target="../slideLayouts/slideLayout_80000026_809CAA96.xml"/><Relationship Id="rId39" Type="http://schemas.openxmlformats.org/officeDocument/2006/relationships/slideLayout" Target="../slideLayouts/slideLayout_80000033_BBB4079F.xml"/><Relationship Id="rId21" Type="http://schemas.openxmlformats.org/officeDocument/2006/relationships/slideLayout" Target="../slideLayouts/slideLayout_80000021_F599207C.xml"/><Relationship Id="rId34" Type="http://schemas.openxmlformats.org/officeDocument/2006/relationships/slideLayout" Target="../slideLayouts/slideLayout_8000002E_D1A34B00.xml"/><Relationship Id="rId42" Type="http://schemas.openxmlformats.org/officeDocument/2006/relationships/slideLayout" Target="../slideLayouts/slideLayout_80000036_CADC1E37.xml"/><Relationship Id="rId47" Type="http://schemas.openxmlformats.org/officeDocument/2006/relationships/slideLayout" Target="../slideLayouts/slideLayout_8000003B_645BA595.xml"/><Relationship Id="rId50" Type="http://schemas.openxmlformats.org/officeDocument/2006/relationships/slideLayout" Target="../slideLayouts/slideLayout_8000003E_D0168030.xml"/><Relationship Id="rId7" Type="http://schemas.openxmlformats.org/officeDocument/2006/relationships/slideLayout" Target="../slideLayouts/slideLayout_80000007_621DCC2D.xml"/><Relationship Id="rId2" Type="http://schemas.openxmlformats.org/officeDocument/2006/relationships/slideLayout" Target="../slideLayouts/slideLayout_80000002_B08210CA.xml"/><Relationship Id="rId16" Type="http://schemas.openxmlformats.org/officeDocument/2006/relationships/slideLayout" Target="../slideLayouts/slideLayout_8000001C_781A40B5.xml"/><Relationship Id="rId29" Type="http://schemas.openxmlformats.org/officeDocument/2006/relationships/slideLayout" Target="../slideLayouts/slideLayout_80000029_B9CEECF9.xml"/><Relationship Id="rId11" Type="http://schemas.openxmlformats.org/officeDocument/2006/relationships/slideLayout" Target="../slideLayouts/slideLayout_8000000B_D6BDBB98.xml"/><Relationship Id="rId24" Type="http://schemas.openxmlformats.org/officeDocument/2006/relationships/slideLayout" Target="../slideLayouts/slideLayout_80000024_F0E8CE11.xml"/><Relationship Id="rId32" Type="http://schemas.openxmlformats.org/officeDocument/2006/relationships/slideLayout" Target="../slideLayouts/slideLayout_8000002C_EAD7891D.xml"/><Relationship Id="rId37" Type="http://schemas.openxmlformats.org/officeDocument/2006/relationships/slideLayout" Target="../slideLayouts/slideLayout_80000031_ACB52E8A.xml"/><Relationship Id="rId40" Type="http://schemas.openxmlformats.org/officeDocument/2006/relationships/slideLayout" Target="../slideLayouts/slideLayout_80000034_8B240DD7.xml"/><Relationship Id="rId45" Type="http://schemas.openxmlformats.org/officeDocument/2006/relationships/slideLayout" Target="../slideLayouts/slideLayout_80000039_A6C3634C.xml"/><Relationship Id="rId5" Type="http://schemas.openxmlformats.org/officeDocument/2006/relationships/slideLayout" Target="../slideLayouts/slideLayout_80000005_B52E6B9E.xml"/><Relationship Id="rId15" Type="http://schemas.openxmlformats.org/officeDocument/2006/relationships/slideLayout" Target="../slideLayouts/slideLayout_8000001B_E64C2D3D.xml"/><Relationship Id="rId23" Type="http://schemas.openxmlformats.org/officeDocument/2006/relationships/slideLayout" Target="../slideLayouts/slideLayout_80000023_6AA9A318.xml"/><Relationship Id="rId28" Type="http://schemas.openxmlformats.org/officeDocument/2006/relationships/slideLayout" Target="../slideLayouts/slideLayout_80000028_7AB24444.xml"/><Relationship Id="rId36" Type="http://schemas.openxmlformats.org/officeDocument/2006/relationships/slideLayout" Target="../slideLayouts/slideLayout_80000030_F3853588.xml"/><Relationship Id="rId49" Type="http://schemas.openxmlformats.org/officeDocument/2006/relationships/slideLayout" Target="../slideLayouts/slideLayout_8000003D_87220955.xml"/><Relationship Id="rId10" Type="http://schemas.openxmlformats.org/officeDocument/2006/relationships/slideLayout" Target="../slideLayouts/slideLayout_8000000A_E082EE6E.xml"/><Relationship Id="rId19" Type="http://schemas.openxmlformats.org/officeDocument/2006/relationships/slideLayout" Target="../slideLayouts/slideLayout_8000001F_45CDD79.xml"/><Relationship Id="rId31" Type="http://schemas.openxmlformats.org/officeDocument/2006/relationships/slideLayout" Target="../slideLayouts/slideLayout_8000002B_4CC193D0.xml"/><Relationship Id="rId44" Type="http://schemas.openxmlformats.org/officeDocument/2006/relationships/slideLayout" Target="../slideLayouts/slideLayout_80000038_E495B767.xml"/><Relationship Id="rId52" Type="http://schemas.openxmlformats.org/officeDocument/2006/relationships/theme" Target="../theme/theme_80000000_46329CC3.xml"/><Relationship Id="rId4" Type="http://schemas.openxmlformats.org/officeDocument/2006/relationships/slideLayout" Target="../slideLayouts/slideLayout_80000004_33F88B00.xml"/><Relationship Id="rId9" Type="http://schemas.openxmlformats.org/officeDocument/2006/relationships/slideLayout" Target="../slideLayouts/slideLayout_80000009_60210654.xml"/><Relationship Id="rId14" Type="http://schemas.openxmlformats.org/officeDocument/2006/relationships/slideLayout" Target="../slideLayouts/slideLayout_8000001A_ADEFF6FB.xml"/><Relationship Id="rId22" Type="http://schemas.openxmlformats.org/officeDocument/2006/relationships/slideLayout" Target="../slideLayouts/slideLayout_80000022_A03AED4A.xml"/><Relationship Id="rId27" Type="http://schemas.openxmlformats.org/officeDocument/2006/relationships/slideLayout" Target="../slideLayouts/slideLayout_80000027_78FB4DA3.xml"/><Relationship Id="rId30" Type="http://schemas.openxmlformats.org/officeDocument/2006/relationships/slideLayout" Target="../slideLayouts/slideLayout_8000002A_D6C22117.xml"/><Relationship Id="rId35" Type="http://schemas.openxmlformats.org/officeDocument/2006/relationships/slideLayout" Target="../slideLayouts/slideLayout_8000002F_BB7FD8C9.xml"/><Relationship Id="rId43" Type="http://schemas.openxmlformats.org/officeDocument/2006/relationships/slideLayout" Target="../slideLayouts/slideLayout_80000037_609080B0.xml"/><Relationship Id="rId48" Type="http://schemas.openxmlformats.org/officeDocument/2006/relationships/slideLayout" Target="../slideLayouts/slideLayout_8000003C_933969B9.xml"/><Relationship Id="rId8" Type="http://schemas.openxmlformats.org/officeDocument/2006/relationships/slideLayout" Target="../slideLayouts/slideLayout_80000008_E88D2708.xml"/><Relationship Id="rId51" Type="http://schemas.openxmlformats.org/officeDocument/2006/relationships/slideLayout" Target="../slideLayouts/slideLayout_8000003F_6D3DC4BD.xml"/><Relationship Id="rId3" Type="http://schemas.openxmlformats.org/officeDocument/2006/relationships/slideLayout" Target="../slideLayouts/slideLayout_80000003_19C6A92C.xml"/><Relationship Id="rId12" Type="http://schemas.openxmlformats.org/officeDocument/2006/relationships/slideLayout" Target="../slideLayouts/slideLayout_80000018_DE3938C5.xml"/><Relationship Id="rId17" Type="http://schemas.openxmlformats.org/officeDocument/2006/relationships/slideLayout" Target="../slideLayouts/slideLayout_8000001D_4BA02B2E.xml"/><Relationship Id="rId25" Type="http://schemas.openxmlformats.org/officeDocument/2006/relationships/slideLayout" Target="../slideLayouts/slideLayout_80000025_A644DE66.xml"/><Relationship Id="rId33" Type="http://schemas.openxmlformats.org/officeDocument/2006/relationships/slideLayout" Target="../slideLayouts/slideLayout_8000002D_380F0FBB.xml"/><Relationship Id="rId38" Type="http://schemas.openxmlformats.org/officeDocument/2006/relationships/slideLayout" Target="../slideLayouts/slideLayout_80000032_BB764C45.xml"/><Relationship Id="rId46" Type="http://schemas.openxmlformats.org/officeDocument/2006/relationships/slideLayout" Target="../slideLayouts/slideLayout_8000003A_E5286737.xml"/><Relationship Id="rId20" Type="http://schemas.openxmlformats.org/officeDocument/2006/relationships/slideLayout" Target="../slideLayouts/slideLayout_80000020_C20FC488.xml"/><Relationship Id="rId41" Type="http://schemas.openxmlformats.org/officeDocument/2006/relationships/slideLayout" Target="../slideLayouts/slideLayout_80000035_63276EA0.xml"/><Relationship Id="rId1" Type="http://schemas.openxmlformats.org/officeDocument/2006/relationships/slideLayout" Target="../slideLayouts/slideLayout_80000001_37569D07.xml"/><Relationship Id="rId6" Type="http://schemas.openxmlformats.org/officeDocument/2006/relationships/slideLayout" Target="../slideLayouts/slideLayout_80000006_6270275D.xml"/></Relationships>
</file>

<file path=ppt/slideMasters/slideMaster_80000000_46329CC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pPr rtl="0"/>
            <a:r>
              <a:rPr lang="de"/>
              <a:t>Titelmasterformat durch Klicken bearbeiten</a:t>
            </a:r>
          </a:p>
        </p:txBody>
      </p:sp>
      <p:sp>
        <p:nvSpPr>
          <p:cNvPr id="3" name="Textplatzhalt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5" name="Fußzeilenplatzhalt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pPr rtl="0"/>
            <a:r>
              <a:rPr lang="de"/>
              <a:t>Beispiel für einen Fußzeilentext</a:t>
            </a:r>
            <a:endParaRPr lang="en-US"/>
          </a:p>
        </p:txBody>
      </p:sp>
      <p:sp>
        <p:nvSpPr>
          <p:cNvPr id="4" name="Datumsplatzhalt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pPr rtl="0"/>
            <a:r>
              <a:rPr lang="en-US"/>
              <a:t>10.08.2025</a:t>
            </a:r>
          </a:p>
        </p:txBody>
      </p:sp>
      <p:sp>
        <p:nvSpPr>
          <p:cNvPr id="6" name="Foliennummernplatzhalt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pPr rtl="0"/>
            <a:fld id="{AEAA3239-9EA4-4A65-A281-97F994456D9F}" type="slidenum">
              <a:rPr lang="en-US" smtClean="0"/>
              <a:pPr rtl="0"/>
              <a:t/>
            </a:fld>
            <a:endParaRPr lang="en-US"/>
          </a:p>
        </p:txBody>
      </p:sp>
    </p:spTree>
    <p:extLst>
      <p:ext uri="{BB962C8B-B14F-4D97-AF65-F5344CB8AC3E}">
        <p14:creationId xmlns:p14="http://schemas.microsoft.com/office/powerpoint/2010/main" val="1177722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_A0A_F2EF18CE.xml.rels><?xml version="1.0" encoding="UTF-8" standalone="yes"?>
<Relationships xmlns="http://schemas.openxmlformats.org/package/2006/relationships"><Relationship Id="rId2" Type="http://schemas.openxmlformats.org/officeDocument/2006/relationships/notesSlide" Target="../notesSlides/notesSlide_A0A_F2EF18CE.xml"/><Relationship Id="rId1" Type="http://schemas.openxmlformats.org/officeDocument/2006/relationships/slideLayout" Target="../slideLayouts/slideLayout_8000000A_E082EE6E.xml"/></Relationships>
</file>

<file path=ppt/slides/_rels/slide_A0B_5D934821.xml.rels><?xml version="1.0" encoding="UTF-8" standalone="yes"?>
<Relationships xmlns="http://schemas.openxmlformats.org/package/2006/relationships"><Relationship Id="rId3" Type="http://schemas.openxmlformats.org/officeDocument/2006/relationships/image" Target="../media/image_550CEC73.jpeg"/><Relationship Id="rId2" Type="http://schemas.openxmlformats.org/officeDocument/2006/relationships/notesSlide" Target="../notesSlides/notesSlide_A0B_5D934821.xml"/><Relationship Id="rId1" Type="http://schemas.openxmlformats.org/officeDocument/2006/relationships/slideLayout" Target="../slideLayouts/slideLayout_80000020_C20FC488.xml"/></Relationships>
</file>

<file path=ppt/slides/_rels/slide_A0C_3E7F9921.xml.rels><?xml version="1.0" encoding="UTF-8" standalone="yes"?>
<Relationships xmlns="http://schemas.openxmlformats.org/package/2006/relationships"><Relationship Id="rId2" Type="http://schemas.openxmlformats.org/officeDocument/2006/relationships/notesSlide" Target="../notesSlides/notesSlide_A0C_3E7F9921.xml"/><Relationship Id="rId1" Type="http://schemas.openxmlformats.org/officeDocument/2006/relationships/slideLayout" Target="../slideLayouts/slideLayout_8000000A_E082EE6E.xml"/></Relationships>
</file>

<file path=ppt/slides/_rels/slide_A0D_7007D827.xml.rels><?xml version="1.0" encoding="UTF-8" standalone="yes"?>
<Relationships xmlns="http://schemas.openxmlformats.org/package/2006/relationships"><Relationship Id="rId3" Type="http://schemas.openxmlformats.org/officeDocument/2006/relationships/image" Target="../media/image_642DBA5A.jpeg"/><Relationship Id="rId2" Type="http://schemas.openxmlformats.org/officeDocument/2006/relationships/notesSlide" Target="../notesSlides/notesSlide_A0D_7007D827.xml"/><Relationship Id="rId1" Type="http://schemas.openxmlformats.org/officeDocument/2006/relationships/slideLayout" Target="../slideLayouts/slideLayout_80000021_F599207C.xml"/></Relationships>
</file>

<file path=ppt/slides/_rels/slide_A0E_3E8932E1.xml.rels><?xml version="1.0" encoding="UTF-8" standalone="yes"?>
<Relationships xmlns="http://schemas.openxmlformats.org/package/2006/relationships"><Relationship Id="rId2" Type="http://schemas.openxmlformats.org/officeDocument/2006/relationships/notesSlide" Target="../notesSlides/notesSlide_A0E_3E8932E1.xml"/><Relationship Id="rId1" Type="http://schemas.openxmlformats.org/officeDocument/2006/relationships/slideLayout" Target="../slideLayouts/slideLayout_8000000A_E082EE6E.xml"/></Relationships>
</file>

<file path=ppt/slides/_rels/slide_A0F_74F36474.xml.rels><?xml version="1.0" encoding="UTF-8" standalone="yes"?>
<Relationships xmlns="http://schemas.openxmlformats.org/package/2006/relationships"><Relationship Id="rId3" Type="http://schemas.openxmlformats.org/officeDocument/2006/relationships/image" Target="../media/image_9C5296F3.jpeg"/><Relationship Id="rId2" Type="http://schemas.openxmlformats.org/officeDocument/2006/relationships/notesSlide" Target="../notesSlides/notesSlide_A0F_74F36474.xml"/><Relationship Id="rId1" Type="http://schemas.openxmlformats.org/officeDocument/2006/relationships/slideLayout" Target="../slideLayouts/slideLayout_80000021_F599207C.xml"/></Relationships>
</file>

<file path=ppt/slides/_rels/slide_A01_BBB1A8F9.xml.rels><?xml version="1.0" encoding="UTF-8" standalone="yes"?>
<Relationships xmlns="http://schemas.openxmlformats.org/package/2006/relationships"><Relationship Id="rId2" Type="http://schemas.openxmlformats.org/officeDocument/2006/relationships/notesSlide" Target="../notesSlides/notesSlide_A01_BBB1A8F9.xml"/><Relationship Id="rId1" Type="http://schemas.openxmlformats.org/officeDocument/2006/relationships/slideLayout" Target="../slideLayouts/slideLayout_80000007_621DCC2D.xml"/></Relationships>
</file>

<file path=ppt/slides/_rels/slide_A02_48DA726A.xml.rels><?xml version="1.0" encoding="UTF-8" standalone="yes"?>
<Relationships xmlns="http://schemas.openxmlformats.org/package/2006/relationships"><Relationship Id="rId2" Type="http://schemas.openxmlformats.org/officeDocument/2006/relationships/notesSlide" Target="../notesSlides/notesSlide_A02_48DA726A.xml"/><Relationship Id="rId1" Type="http://schemas.openxmlformats.org/officeDocument/2006/relationships/slideLayout" Target="../slideLayouts/slideLayout_8000000A_E082EE6E.xml"/></Relationships>
</file>

<file path=ppt/slides/_rels/slide_A03_F301EFFF.xml.rels><?xml version="1.0" encoding="UTF-8" standalone="yes"?>
<Relationships xmlns="http://schemas.openxmlformats.org/package/2006/relationships"><Relationship Id="rId3" Type="http://schemas.openxmlformats.org/officeDocument/2006/relationships/image" Target="../media/image_6726508F.jpeg"/><Relationship Id="rId2" Type="http://schemas.openxmlformats.org/officeDocument/2006/relationships/notesSlide" Target="../notesSlides/notesSlide_A03_F301EFFF.xml"/><Relationship Id="rId1" Type="http://schemas.openxmlformats.org/officeDocument/2006/relationships/slideLayout" Target="../slideLayouts/slideLayout_80000022_A03AED4A.xml"/></Relationships>
</file>

<file path=ppt/slides/_rels/slide_A04_C227C2F3.xml.rels><?xml version="1.0" encoding="UTF-8" standalone="yes"?>
<Relationships xmlns="http://schemas.openxmlformats.org/package/2006/relationships"><Relationship Id="rId2" Type="http://schemas.openxmlformats.org/officeDocument/2006/relationships/notesSlide" Target="../notesSlides/notesSlide_A04_C227C2F3.xml"/><Relationship Id="rId1" Type="http://schemas.openxmlformats.org/officeDocument/2006/relationships/slideLayout" Target="../slideLayouts/slideLayout_8000000A_E082EE6E.xml"/></Relationships>
</file>

<file path=ppt/slides/_rels/slide_A05_1E3C085E.xml.rels><?xml version="1.0" encoding="UTF-8" standalone="yes"?>
<Relationships xmlns="http://schemas.openxmlformats.org/package/2006/relationships"><Relationship Id="rId3" Type="http://schemas.openxmlformats.org/officeDocument/2006/relationships/image" Target="../media/image_96EBEC93.jpeg"/><Relationship Id="rId2" Type="http://schemas.openxmlformats.org/officeDocument/2006/relationships/notesSlide" Target="../notesSlides/notesSlide_A05_1E3C085E.xml"/><Relationship Id="rId1" Type="http://schemas.openxmlformats.org/officeDocument/2006/relationships/slideLayout" Target="../slideLayouts/slideLayout_80000021_F599207C.xml"/></Relationships>
</file>

<file path=ppt/slides/_rels/slide_A06_5B37B30D.xml.rels><?xml version="1.0" encoding="UTF-8" standalone="yes"?>
<Relationships xmlns="http://schemas.openxmlformats.org/package/2006/relationships"><Relationship Id="rId2" Type="http://schemas.openxmlformats.org/officeDocument/2006/relationships/notesSlide" Target="../notesSlides/notesSlide_A06_5B37B30D.xml"/><Relationship Id="rId1" Type="http://schemas.openxmlformats.org/officeDocument/2006/relationships/slideLayout" Target="../slideLayouts/slideLayout_8000000A_E082EE6E.xml"/></Relationships>
</file>

<file path=ppt/slides/_rels/slide_A07_2A52EADE.xml.rels><?xml version="1.0" encoding="UTF-8" standalone="yes"?>
<Relationships xmlns="http://schemas.openxmlformats.org/package/2006/relationships"><Relationship Id="rId3" Type="http://schemas.openxmlformats.org/officeDocument/2006/relationships/image" Target="../media/image_38F8DD3F.jpeg"/><Relationship Id="rId2" Type="http://schemas.openxmlformats.org/officeDocument/2006/relationships/notesSlide" Target="../notesSlides/notesSlide_A07_2A52EADE.xml"/><Relationship Id="rId1" Type="http://schemas.openxmlformats.org/officeDocument/2006/relationships/slideLayout" Target="../slideLayouts/slideLayout_8000002E_D1A34B00.xml"/></Relationships>
</file>

<file path=ppt/slides/_rels/slide_A08_2B3A82B4.xml.rels><?xml version="1.0" encoding="UTF-8" standalone="yes"?>
<Relationships xmlns="http://schemas.openxmlformats.org/package/2006/relationships"><Relationship Id="rId2" Type="http://schemas.openxmlformats.org/officeDocument/2006/relationships/notesSlide" Target="../notesSlides/notesSlide_A08_2B3A82B4.xml"/><Relationship Id="rId1" Type="http://schemas.openxmlformats.org/officeDocument/2006/relationships/slideLayout" Target="../slideLayouts/slideLayout_8000000A_E082EE6E.xml"/></Relationships>
</file>

<file path=ppt/slides/_rels/slide_A09_BE725D7D.xml.rels><?xml version="1.0" encoding="UTF-8" standalone="yes"?>
<Relationships xmlns="http://schemas.openxmlformats.org/package/2006/relationships"><Relationship Id="rId3" Type="http://schemas.openxmlformats.org/officeDocument/2006/relationships/image" Target="../media/image_C168D1B7.jpeg"/><Relationship Id="rId2" Type="http://schemas.openxmlformats.org/officeDocument/2006/relationships/notesSlide" Target="../notesSlides/notesSlide_A09_BE725D7D.xml"/><Relationship Id="rId1" Type="http://schemas.openxmlformats.org/officeDocument/2006/relationships/slideLayout" Target="../slideLayouts/slideLayout_80000021_F599207C.xml"/></Relationships>
</file>

<file path=ppt/slides/_rels/slide_A10_EB218F41.xml.rels><?xml version="1.0" encoding="UTF-8" standalone="yes"?>
<Relationships xmlns="http://schemas.openxmlformats.org/package/2006/relationships"><Relationship Id="rId2" Type="http://schemas.openxmlformats.org/officeDocument/2006/relationships/notesSlide" Target="../notesSlides/notesSlide_A10_EB218F41.xml"/><Relationship Id="rId1" Type="http://schemas.openxmlformats.org/officeDocument/2006/relationships/slideLayout" Target="../slideLayouts/slideLayout_8000000A_E082EE6E.xml"/></Relationships>
</file>

<file path=ppt/slides/_rels/slide_A11_2515F975.xml.rels><?xml version="1.0" encoding="UTF-8" standalone="yes"?>
<Relationships xmlns="http://schemas.openxmlformats.org/package/2006/relationships"><Relationship Id="rId3" Type="http://schemas.openxmlformats.org/officeDocument/2006/relationships/image" Target="../media/image_4D2B3B83.jpeg"/><Relationship Id="rId2" Type="http://schemas.openxmlformats.org/officeDocument/2006/relationships/notesSlide" Target="../notesSlides/notesSlide_A11_2515F975.xml"/><Relationship Id="rId1" Type="http://schemas.openxmlformats.org/officeDocument/2006/relationships/slideLayout" Target="../slideLayouts/slideLayout_80000021_F599207C.xml"/></Relationships>
</file>

<file path=ppt/slides/_rels/slide_A12_F63AC66F.xml.rels><?xml version="1.0" encoding="UTF-8" standalone="yes"?>
<Relationships xmlns="http://schemas.openxmlformats.org/package/2006/relationships"><Relationship Id="rId2" Type="http://schemas.openxmlformats.org/officeDocument/2006/relationships/notesSlide" Target="../notesSlides/notesSlide_A12_F63AC66F.xml"/><Relationship Id="rId1" Type="http://schemas.openxmlformats.org/officeDocument/2006/relationships/slideLayout" Target="../slideLayouts/slideLayout_8000000A_E082EE6E.xml"/></Relationships>
</file>

<file path=ppt/slides/_rels/slide_A13_77332F47.xml.rels><?xml version="1.0" encoding="UTF-8" standalone="yes"?>
<Relationships xmlns="http://schemas.openxmlformats.org/package/2006/relationships"><Relationship Id="rId3" Type="http://schemas.openxmlformats.org/officeDocument/2006/relationships/image" Target="../media/image_FB159A51.jpeg"/><Relationship Id="rId2" Type="http://schemas.openxmlformats.org/officeDocument/2006/relationships/notesSlide" Target="../notesSlides/notesSlide_A13_77332F47.xml"/><Relationship Id="rId1" Type="http://schemas.openxmlformats.org/officeDocument/2006/relationships/slideLayout" Target="../slideLayouts/slideLayout_80000022_A03AED4A.xml"/></Relationships>
</file>

<file path=ppt/slides/_rels/slide_A14_DB4FCAB3.xml.rels><?xml version="1.0" encoding="UTF-8" standalone="yes"?>
<Relationships xmlns="http://schemas.openxmlformats.org/package/2006/relationships"><Relationship Id="rId2" Type="http://schemas.openxmlformats.org/officeDocument/2006/relationships/notesSlide" Target="../notesSlides/notesSlide_A14_DB4FCAB3.xml"/><Relationship Id="rId1" Type="http://schemas.openxmlformats.org/officeDocument/2006/relationships/slideLayout" Target="../slideLayouts/slideLayout_8000000A_E082EE6E.xml"/></Relationships>
</file>

<file path=ppt/slides/_rels/slide_A15_3F32D5F.xml.rels><?xml version="1.0" encoding="UTF-8" standalone="yes"?>
<Relationships xmlns="http://schemas.openxmlformats.org/package/2006/relationships"><Relationship Id="rId3" Type="http://schemas.openxmlformats.org/officeDocument/2006/relationships/image" Target="../media/image_20B18E49.jpeg"/><Relationship Id="rId2" Type="http://schemas.openxmlformats.org/officeDocument/2006/relationships/notesSlide" Target="../notesSlides/notesSlide_A15_3F32D5F.xml"/><Relationship Id="rId1" Type="http://schemas.openxmlformats.org/officeDocument/2006/relationships/slideLayout" Target="../slideLayouts/slideLayout_80000021_F599207C.xml"/></Relationships>
</file>

<file path=ppt/slides/_rels/slide_A16_ADCD3EEA.xml.rels><?xml version="1.0" encoding="UTF-8" standalone="yes"?>
<Relationships xmlns="http://schemas.openxmlformats.org/package/2006/relationships"><Relationship Id="rId2" Type="http://schemas.openxmlformats.org/officeDocument/2006/relationships/notesSlide" Target="../notesSlides/notesSlide_A16_ADCD3EEA.xml"/><Relationship Id="rId1" Type="http://schemas.openxmlformats.org/officeDocument/2006/relationships/slideLayout" Target="../slideLayouts/slideLayout_8000000A_E082EE6E.xml"/></Relationships>
</file>

<file path=ppt/slides/_rels/slide_A17_CF99A8C2.xml.rels><?xml version="1.0" encoding="UTF-8" standalone="yes"?>
<Relationships xmlns="http://schemas.openxmlformats.org/package/2006/relationships"><Relationship Id="rId2" Type="http://schemas.openxmlformats.org/officeDocument/2006/relationships/notesSlide" Target="../notesSlides/notesSlide_A17_CF99A8C2.xml"/><Relationship Id="rId1" Type="http://schemas.openxmlformats.org/officeDocument/2006/relationships/slideLayout" Target="../slideLayouts/slideLayout_8000001B_E64C2D3D.xml"/></Relationships>
</file>

<file path=ppt/slides/slide_A0A_F2EF18C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AADD2-657E-3F5C-B8EE-D8B26F7F3C2A}"/>
              </a:ext>
            </a:extLst>
          </p:cNvPr>
          <p:cNvSpPr>
            <a:spLocks noGrp="1"/>
          </p:cNvSpPr>
          <p:nvPr>
            <p:ph type="ctrTitle"/>
          </p:nvPr>
        </p:nvSpPr>
        <p:spPr>
          <a:xfrm>
            <a:off x="609600" y="990600"/>
            <a:ext cx="10058400" cy="5029200"/>
          </a:xfrm>
        </p:spPr>
        <p:txBody>
          <a:bodyPr anchor="b">
            <a:normAutofit/>
          </a:bodyPr>
          <a:lstStyle/>
          <a:p>
            <a:r>
              <a:rPr lang="en-US"/>
              <a:t>GPT &amp; Transformer verständlich</a:t>
            </a:r>
          </a:p>
        </p:txBody>
      </p:sp>
    </p:spTree>
    <p:extLst>
      <p:ext uri="{BB962C8B-B14F-4D97-AF65-F5344CB8AC3E}">
        <p14:creationId xmlns:p14="http://schemas.microsoft.com/office/powerpoint/2010/main" val="40757557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B_5D9348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84B69-7750-3737-8B31-0A2AA811B159}"/>
              </a:ext>
            </a:extLst>
          </p:cNvPr>
          <p:cNvSpPr>
            <a:spLocks noGrp="1"/>
          </p:cNvSpPr>
          <p:nvPr>
            <p:ph type="title"/>
          </p:nvPr>
        </p:nvSpPr>
        <p:spPr>
          <a:xfrm>
            <a:off x="4718303" y="685800"/>
            <a:ext cx="6858000" cy="1111532"/>
          </a:xfrm>
        </p:spPr>
        <p:txBody>
          <a:bodyPr anchor="b">
            <a:normAutofit/>
          </a:bodyPr>
          <a:lstStyle/>
          <a:p>
            <a:r>
              <a:rPr lang="en-US" sz="3000"/>
              <a:t>Von GPT (G‑P‑T) über Tokens bis zur Next-Token-Vorhersage</a:t>
            </a:r>
          </a:p>
        </p:txBody>
      </p:sp>
      <p:pic>
        <p:nvPicPr>
          <p:cNvPr id="5" name="Content Placeholder 4" descr="Digitales Konzept, das abstrakte Netzwerke und das Konzept der Sicherheitsoptimierung und Internettechnologie zeigt.  ">
            <a:extLst>
              <a:ext uri="{FF2B5EF4-FFF2-40B4-BE49-F238E27FC236}">
                <a16:creationId xmlns:a16="http://schemas.microsoft.com/office/drawing/2014/main" id="{835C8AC8-CD62-490D-860E-D84939541695}"/>
              </a:ext>
            </a:extLst>
          </p:cNvPr>
          <p:cNvPicPr>
            <a:picLocks noGrp="1" noChangeAspect="1"/>
          </p:cNvPicPr>
          <p:nvPr>
            <p:ph type="pic" sz="quarter" idx="13"/>
          </p:nvPr>
        </p:nvPicPr>
        <p:blipFill>
          <a:blip r:embed="rId3"/>
          <a:srcRect l="14041" r="26171"/>
          <a:stretch>
            <a:fillRect/>
          </a:stretch>
        </p:blipFill>
        <p:spPr>
          <a:xfrm>
            <a:off x="20" y="10"/>
            <a:ext cx="4100247" cy="6857990"/>
          </a:xfrm>
        </p:spPr>
      </p:pic>
      <p:sp>
        <p:nvSpPr>
          <p:cNvPr id="4" name="Content Placeholder 3">
            <a:extLst>
              <a:ext uri="{FF2B5EF4-FFF2-40B4-BE49-F238E27FC236}">
                <a16:creationId xmlns:a16="http://schemas.microsoft.com/office/drawing/2014/main" id="{49D04C32-E180-490A-39AB-64A811DA5FA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18303" y="1965960"/>
            <a:ext cx="6858000" cy="4200198"/>
          </a:xfrm>
        </p:spPr>
        <p:txBody>
          <a:bodyPr>
            <a:normAutofit/>
          </a:bodyPr>
          <a:lstStyle/>
          <a:p>
            <a:pPr marL="0" indent="0">
              <a:spcBef>
                <a:spcPts val="2500"/>
              </a:spcBef>
              <a:buFont typeface="Arial" panose="020B0604020202020204" pitchFamily="34" charset="0"/>
              <a:buNone/>
            </a:pPr>
            <a:r>
              <a:rPr lang="en-US" b="1"/>
              <a:t>GPT Akronym Bedeutung</a:t>
            </a:r>
          </a:p>
          <a:p>
            <a:pPr marL="0" lvl="1" indent="0">
              <a:buFont typeface="Arial" panose="020B0604020202020204" pitchFamily="34" charset="0"/>
              <a:buNone/>
            </a:pPr>
            <a:r>
              <a:rPr lang="en-US"/>
              <a:t>GPT steht für Generative, Pre-trained und Transformer, die Kernkonzepte moderner Sprachmodelle.</a:t>
            </a:r>
          </a:p>
          <a:p>
            <a:pPr marL="0" indent="0">
              <a:spcBef>
                <a:spcPts val="2500"/>
              </a:spcBef>
              <a:buFont typeface="Arial" panose="020B0604020202020204" pitchFamily="34" charset="0"/>
              <a:buNone/>
            </a:pPr>
            <a:r>
              <a:rPr lang="en-US" b="1"/>
              <a:t>Tokenisierung von Text</a:t>
            </a:r>
          </a:p>
          <a:p>
            <a:pPr marL="0" lvl="1" indent="0">
              <a:buFont typeface="Arial" panose="020B0604020202020204" pitchFamily="34" charset="0"/>
              <a:buNone/>
            </a:pPr>
            <a:r>
              <a:rPr lang="en-US"/>
              <a:t>Text wird in Tokens zerlegt, die oft Wortteile sind, ähnlich wie LEGO-Bausteine für Sprache.</a:t>
            </a:r>
          </a:p>
          <a:p>
            <a:pPr marL="0" indent="0">
              <a:spcBef>
                <a:spcPts val="2500"/>
              </a:spcBef>
              <a:buFont typeface="Arial" panose="020B0604020202020204" pitchFamily="34" charset="0"/>
              <a:buNone/>
            </a:pPr>
            <a:r>
              <a:rPr lang="en-US" b="1"/>
              <a:t>Next-Token-Vorhersage</a:t>
            </a:r>
          </a:p>
          <a:p>
            <a:pPr marL="0" lvl="1" indent="0">
              <a:buFont typeface="Arial" panose="020B0604020202020204" pitchFamily="34" charset="0"/>
              <a:buNone/>
            </a:pPr>
            <a:r>
              <a:rPr lang="en-US"/>
              <a:t>Das Modell berechnet Wahrscheinlichkeiten für das nächste Token und wählt so Textfortsetzungen aus.</a:t>
            </a:r>
          </a:p>
          <a:p>
            <a:pPr marL="0" indent="0">
              <a:spcBef>
                <a:spcPts val="2500"/>
              </a:spcBef>
              <a:buFont typeface="Arial" panose="020B0604020202020204" pitchFamily="34" charset="0"/>
              <a:buNone/>
            </a:pPr>
            <a:r>
              <a:rPr lang="en-US" b="1"/>
              <a:t>Transformer und Kontext</a:t>
            </a:r>
          </a:p>
          <a:p>
            <a:pPr marL="0" lvl="1" indent="0">
              <a:buFont typeface="Arial" panose="020B0604020202020204" pitchFamily="34" charset="0"/>
              <a:buNone/>
            </a:pPr>
            <a:r>
              <a:rPr lang="en-US"/>
              <a:t>Transformer-Architektur lenkt Aufmerksamkeit auf relevante Textteile für kohärente Textgenerierung.</a:t>
            </a:r>
          </a:p>
        </p:txBody>
      </p:sp>
    </p:spTree>
    <p:extLst>
      <p:ext uri="{BB962C8B-B14F-4D97-AF65-F5344CB8AC3E}">
        <p14:creationId xmlns:p14="http://schemas.microsoft.com/office/powerpoint/2010/main" val="15699333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C_3E7F99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A2AA8-6511-EE29-927B-068157E126E5}"/>
              </a:ext>
            </a:extLst>
          </p:cNvPr>
          <p:cNvSpPr>
            <a:spLocks noGrp="1"/>
          </p:cNvSpPr>
          <p:nvPr>
            <p:ph type="ctrTitle"/>
          </p:nvPr>
        </p:nvSpPr>
        <p:spPr>
          <a:xfrm>
            <a:off x="609600" y="990600"/>
            <a:ext cx="10058400" cy="5029200"/>
          </a:xfrm>
        </p:spPr>
        <p:txBody>
          <a:bodyPr anchor="b">
            <a:normAutofit/>
          </a:bodyPr>
          <a:lstStyle/>
          <a:p>
            <a:r>
              <a:rPr lang="en-US"/>
              <a:t>Warum wirkt das intelligent?</a:t>
            </a:r>
          </a:p>
        </p:txBody>
      </p:sp>
    </p:spTree>
    <p:extLst>
      <p:ext uri="{BB962C8B-B14F-4D97-AF65-F5344CB8AC3E}">
        <p14:creationId xmlns:p14="http://schemas.microsoft.com/office/powerpoint/2010/main" val="10485496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D_7007D8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BB4DD-6B86-2EFE-4004-126A6C8F6D83}"/>
              </a:ext>
            </a:extLst>
          </p:cNvPr>
          <p:cNvSpPr>
            <a:spLocks noGrp="1"/>
          </p:cNvSpPr>
          <p:nvPr>
            <p:ph type="title"/>
          </p:nvPr>
        </p:nvSpPr>
        <p:spPr>
          <a:xfrm>
            <a:off x="612647" y="685800"/>
            <a:ext cx="6858000" cy="1111532"/>
          </a:xfrm>
        </p:spPr>
        <p:txBody>
          <a:bodyPr anchor="b">
            <a:normAutofit/>
          </a:bodyPr>
          <a:lstStyle/>
          <a:p>
            <a:r>
              <a:rPr lang="en-US" sz="3000"/>
              <a:t>Sprachkompetenz, Stiltreue und der Effekt „klingt richtig“</a:t>
            </a:r>
          </a:p>
        </p:txBody>
      </p:sp>
      <p:sp>
        <p:nvSpPr>
          <p:cNvPr id="4" name="Content Placeholder 3">
            <a:extLst>
              <a:ext uri="{FF2B5EF4-FFF2-40B4-BE49-F238E27FC236}">
                <a16:creationId xmlns:a16="http://schemas.microsoft.com/office/drawing/2014/main" id="{79CD97D4-BA86-AB96-8276-4ACDA07FF6E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Sprache als Intelligenzsignal</a:t>
            </a:r>
          </a:p>
          <a:p>
            <a:pPr marL="0" lvl="1" indent="0">
              <a:buFont typeface="Arial" panose="020B0604020202020204" pitchFamily="34" charset="0"/>
              <a:buNone/>
            </a:pPr>
            <a:r>
              <a:rPr lang="en-US"/>
              <a:t>Sprache gilt als Kernzeichen von Intelligenz und vermittelt Kompetenz durch Grammatik und Stil.</a:t>
            </a:r>
          </a:p>
          <a:p>
            <a:pPr marL="0" indent="0">
              <a:spcBef>
                <a:spcPts val="2500"/>
              </a:spcBef>
              <a:buFont typeface="Arial" panose="020B0604020202020204" pitchFamily="34" charset="0"/>
              <a:buNone/>
            </a:pPr>
            <a:r>
              <a:rPr lang="en-US" b="1"/>
              <a:t>Stiltreue großer Sprachmodelle</a:t>
            </a:r>
          </a:p>
          <a:p>
            <a:pPr marL="0" lvl="1" indent="0">
              <a:buFont typeface="Arial" panose="020B0604020202020204" pitchFamily="34" charset="0"/>
              <a:buNone/>
            </a:pPr>
            <a:r>
              <a:rPr lang="en-US"/>
              <a:t>Große Sprachmodelle imitieren Stile und Formate, um Expertise und Glaubwürdigkeit zu erzeugen.</a:t>
            </a:r>
          </a:p>
          <a:p>
            <a:pPr marL="0" indent="0">
              <a:spcBef>
                <a:spcPts val="2500"/>
              </a:spcBef>
              <a:buFont typeface="Arial" panose="020B0604020202020204" pitchFamily="34" charset="0"/>
              <a:buNone/>
            </a:pPr>
            <a:r>
              <a:rPr lang="en-US" b="1"/>
              <a:t>Gefahr plausibler Falschinformationen</a:t>
            </a:r>
          </a:p>
          <a:p>
            <a:pPr marL="0" lvl="1" indent="0">
              <a:buFont typeface="Arial" panose="020B0604020202020204" pitchFamily="34" charset="0"/>
              <a:buNone/>
            </a:pPr>
            <a:r>
              <a:rPr lang="en-US"/>
              <a:t>Gute Formulierungen bedeuten nicht immer richtige Inhalte, KI kann plausible, aber falsche Aussagen machen.</a:t>
            </a:r>
          </a:p>
          <a:p>
            <a:pPr marL="0" indent="0">
              <a:spcBef>
                <a:spcPts val="2500"/>
              </a:spcBef>
              <a:buFont typeface="Arial" panose="020B0604020202020204" pitchFamily="34" charset="0"/>
              <a:buNone/>
            </a:pPr>
            <a:r>
              <a:rPr lang="en-US" b="1"/>
              <a:t>Bewusstsein und Verantwortung</a:t>
            </a:r>
          </a:p>
          <a:p>
            <a:pPr marL="0" lvl="1" indent="0">
              <a:buFont typeface="Arial" panose="020B0604020202020204" pitchFamily="34" charset="0"/>
              <a:buNone/>
            </a:pPr>
            <a:r>
              <a:rPr lang="en-US"/>
              <a:t>KI besitzt kein Bewusstsein oder Verantwortung, deshalb ist kritische Prüfung der Inhalte essenziell.</a:t>
            </a:r>
          </a:p>
        </p:txBody>
      </p:sp>
      <p:pic>
        <p:nvPicPr>
          <p:cNvPr id="5" name="Content Placeholder 4" descr="Soziale Medien Kommunikation Nachrichten Sprechblase">
            <a:extLst>
              <a:ext uri="{FF2B5EF4-FFF2-40B4-BE49-F238E27FC236}">
                <a16:creationId xmlns:a16="http://schemas.microsoft.com/office/drawing/2014/main" id="{1A0F370C-C8DA-4782-9C99-FBEDD35880B4}"/>
              </a:ext>
            </a:extLst>
          </p:cNvPr>
          <p:cNvPicPr>
            <a:picLocks noGrp="1" noChangeAspect="1"/>
          </p:cNvPicPr>
          <p:nvPr>
            <p:ph type="pic" sz="quarter" idx="13"/>
          </p:nvPr>
        </p:nvPicPr>
        <p:blipFill>
          <a:blip r:embed="rId3"/>
          <a:srcRect l="28516" r="26643"/>
          <a:stretch>
            <a:fillRect/>
          </a:stretch>
        </p:blipFill>
        <p:spPr>
          <a:xfrm>
            <a:off x="8091732" y="10"/>
            <a:ext cx="4100267" cy="6857990"/>
          </a:xfrm>
        </p:spPr>
      </p:pic>
    </p:spTree>
    <p:extLst>
      <p:ext uri="{BB962C8B-B14F-4D97-AF65-F5344CB8AC3E}">
        <p14:creationId xmlns:p14="http://schemas.microsoft.com/office/powerpoint/2010/main" val="18795622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E_3E8932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E0AEE-706C-5352-2414-54ED89898C07}"/>
              </a:ext>
            </a:extLst>
          </p:cNvPr>
          <p:cNvSpPr>
            <a:spLocks noGrp="1"/>
          </p:cNvSpPr>
          <p:nvPr>
            <p:ph type="ctrTitle"/>
          </p:nvPr>
        </p:nvSpPr>
        <p:spPr>
          <a:xfrm>
            <a:off x="609600" y="990600"/>
            <a:ext cx="10058400" cy="5029200"/>
          </a:xfrm>
        </p:spPr>
        <p:txBody>
          <a:bodyPr anchor="b">
            <a:normAutofit/>
          </a:bodyPr>
          <a:lstStyle/>
          <a:p>
            <a:r>
              <a:rPr lang="en-US" sz="6900"/>
              <a:t>Prompting als Schlüsselkompetenz</a:t>
            </a:r>
          </a:p>
        </p:txBody>
      </p:sp>
    </p:spTree>
    <p:extLst>
      <p:ext uri="{BB962C8B-B14F-4D97-AF65-F5344CB8AC3E}">
        <p14:creationId xmlns:p14="http://schemas.microsoft.com/office/powerpoint/2010/main" val="10491788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F_74F364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9F89A-C4AC-2633-0FBD-9B3864B65AB1}"/>
              </a:ext>
            </a:extLst>
          </p:cNvPr>
          <p:cNvSpPr>
            <a:spLocks noGrp="1"/>
          </p:cNvSpPr>
          <p:nvPr>
            <p:ph type="title"/>
          </p:nvPr>
        </p:nvSpPr>
        <p:spPr>
          <a:xfrm>
            <a:off x="612647" y="685800"/>
            <a:ext cx="6858000" cy="1111532"/>
          </a:xfrm>
        </p:spPr>
        <p:txBody>
          <a:bodyPr anchor="b">
            <a:normAutofit/>
          </a:bodyPr>
          <a:lstStyle/>
          <a:p>
            <a:r>
              <a:rPr lang="en-US" sz="2600"/>
              <a:t>Wie man gut fragt: Aufgabe, Kontext, Format und Iteration (R‑K‑F‑I)</a:t>
            </a:r>
          </a:p>
        </p:txBody>
      </p:sp>
      <p:sp>
        <p:nvSpPr>
          <p:cNvPr id="4" name="Content Placeholder 3">
            <a:extLst>
              <a:ext uri="{FF2B5EF4-FFF2-40B4-BE49-F238E27FC236}">
                <a16:creationId xmlns:a16="http://schemas.microsoft.com/office/drawing/2014/main" id="{8863CB13-1809-988F-12AC-B04A650D559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R-K-F-I Framework</a:t>
            </a:r>
          </a:p>
          <a:p>
            <a:pPr marL="0" lvl="1" indent="0">
              <a:buFont typeface="Arial" panose="020B0604020202020204" pitchFamily="34" charset="0"/>
              <a:buNone/>
            </a:pPr>
            <a:r>
              <a:rPr lang="en-US"/>
              <a:t>Das R-K-F-I Raster hilft, Prompts klar zu strukturieren: Rolle, Kontext, Format und Iteration sind entscheidend.</a:t>
            </a:r>
          </a:p>
          <a:p>
            <a:pPr marL="0" indent="0">
              <a:spcBef>
                <a:spcPts val="2500"/>
              </a:spcBef>
              <a:buFont typeface="Arial" panose="020B0604020202020204" pitchFamily="34" charset="0"/>
              <a:buNone/>
            </a:pPr>
            <a:r>
              <a:rPr lang="en-US" b="1"/>
              <a:t>Wichtigkeit von Kontext</a:t>
            </a:r>
          </a:p>
          <a:p>
            <a:pPr marL="0" lvl="1" indent="0">
              <a:buFont typeface="Arial" panose="020B0604020202020204" pitchFamily="34" charset="0"/>
              <a:buNone/>
            </a:pPr>
            <a:r>
              <a:rPr lang="en-US"/>
              <a:t>Kontext reduziert Fehlinterpretationen und sorgt für relevantere, zielgerichtete Antworten.</a:t>
            </a:r>
          </a:p>
          <a:p>
            <a:pPr marL="0" indent="0">
              <a:spcBef>
                <a:spcPts val="2500"/>
              </a:spcBef>
              <a:buFont typeface="Arial" panose="020B0604020202020204" pitchFamily="34" charset="0"/>
              <a:buNone/>
            </a:pPr>
            <a:r>
              <a:rPr lang="en-US" b="1"/>
              <a:t>Format und Iteration</a:t>
            </a:r>
          </a:p>
          <a:p>
            <a:pPr marL="0" lvl="1" indent="0">
              <a:buFont typeface="Arial" panose="020B0604020202020204" pitchFamily="34" charset="0"/>
              <a:buNone/>
            </a:pPr>
            <a:r>
              <a:rPr lang="en-US"/>
              <a:t>Formatvorgaben verhindern lange Antworten; Iteration verbessert Ergebnisse durch Nachschärfen und Beispiele.</a:t>
            </a:r>
          </a:p>
          <a:p>
            <a:pPr marL="0" indent="0">
              <a:spcBef>
                <a:spcPts val="2500"/>
              </a:spcBef>
              <a:buFont typeface="Arial" panose="020B0604020202020204" pitchFamily="34" charset="0"/>
              <a:buNone/>
            </a:pPr>
            <a:r>
              <a:rPr lang="en-US" b="1"/>
              <a:t>Praxisbezug und Prüfung</a:t>
            </a:r>
          </a:p>
          <a:p>
            <a:pPr marL="0" lvl="1" indent="0">
              <a:buFont typeface="Arial" panose="020B0604020202020204" pitchFamily="34" charset="0"/>
              <a:buNone/>
            </a:pPr>
            <a:r>
              <a:rPr lang="en-US"/>
              <a:t>Prompting ist Werkzeug, keine Garantie; Prüfung von Fakten bleibt essentiell, besonders bei sensiblen Themen.</a:t>
            </a:r>
          </a:p>
        </p:txBody>
      </p:sp>
      <p:pic>
        <p:nvPicPr>
          <p:cNvPr id="5" name="Content Placeholder 4" descr="Weiße Blase mit Ordnersymbol darin, isoliert auf blauem Hintergrund">
            <a:extLst>
              <a:ext uri="{FF2B5EF4-FFF2-40B4-BE49-F238E27FC236}">
                <a16:creationId xmlns:a16="http://schemas.microsoft.com/office/drawing/2014/main" id="{535181A9-32AC-4A4F-AA0C-6BD97D2D6634}"/>
              </a:ext>
            </a:extLst>
          </p:cNvPr>
          <p:cNvPicPr>
            <a:picLocks noGrp="1" noChangeAspect="1"/>
          </p:cNvPicPr>
          <p:nvPr>
            <p:ph type="pic" sz="quarter" idx="13"/>
          </p:nvPr>
        </p:nvPicPr>
        <p:blipFill>
          <a:blip r:embed="rId3"/>
          <a:srcRect l="28212" r="27545"/>
          <a:stretch>
            <a:fillRect/>
          </a:stretch>
        </p:blipFill>
        <p:spPr>
          <a:xfrm>
            <a:off x="8091732" y="10"/>
            <a:ext cx="4100267" cy="6857990"/>
          </a:xfrm>
        </p:spPr>
      </p:pic>
    </p:spTree>
    <p:extLst>
      <p:ext uri="{BB962C8B-B14F-4D97-AF65-F5344CB8AC3E}">
        <p14:creationId xmlns:p14="http://schemas.microsoft.com/office/powerpoint/2010/main" val="19621080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1_BBB1A8F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915ED-E97C-470B-7367-9B5D645876E2}"/>
              </a:ext>
            </a:extLst>
          </p:cNvPr>
          <p:cNvSpPr>
            <a:spLocks noGrp="1"/>
          </p:cNvSpPr>
          <p:nvPr>
            <p:ph type="ctrTitle"/>
          </p:nvPr>
        </p:nvSpPr>
        <p:spPr>
          <a:xfrm>
            <a:off x="612646" y="1600200"/>
            <a:ext cx="10483927" cy="3492875"/>
          </a:xfrm>
        </p:spPr>
        <p:txBody>
          <a:bodyPr anchor="b">
            <a:normAutofit/>
          </a:bodyPr>
          <a:lstStyle/>
          <a:p>
            <a:r>
              <a:rPr lang="en-US" sz="6300"/>
              <a:t>Künstliche Intelligenz – vom Hype zur Alltagskompetenz (VHS, ca. 60 Minuten)</a:t>
            </a:r>
          </a:p>
        </p:txBody>
      </p:sp>
      <p:sp>
        <p:nvSpPr>
          <p:cNvPr id="3" name="Subtitle 2">
            <a:extLst>
              <a:ext uri="{FF2B5EF4-FFF2-40B4-BE49-F238E27FC236}">
                <a16:creationId xmlns:a16="http://schemas.microsoft.com/office/drawing/2014/main" id="{518BCE02-0669-9AF7-22E5-B5D20932098D}"/>
              </a:ext>
            </a:extLst>
          </p:cNvPr>
          <p:cNvSpPr>
            <a:spLocks noGrp="1"/>
          </p:cNvSpPr>
          <p:nvPr>
            <p:ph type="subTitle" idx="1"/>
          </p:nvPr>
        </p:nvSpPr>
        <p:spPr>
          <a:xfrm>
            <a:off x="612646" y="5931314"/>
            <a:ext cx="10483927" cy="816864"/>
          </a:xfrm>
        </p:spPr>
        <p:txBody>
          <a:bodyPr>
            <a:normAutofit/>
          </a:bodyPr>
          <a:lstStyle/>
          <a:p>
            <a:r>
              <a:rPr lang="en-US"/>
              <a:t>Verstehen Sie die praktische Anwendung moderner Technologien heute</a:t>
            </a:r>
          </a:p>
        </p:txBody>
      </p:sp>
    </p:spTree>
    <p:extLst>
      <p:ext uri="{BB962C8B-B14F-4D97-AF65-F5344CB8AC3E}">
        <p14:creationId xmlns:p14="http://schemas.microsoft.com/office/powerpoint/2010/main" val="3148982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_A02_48DA726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A7C07-7A83-D0B8-F00B-5A03E2237F33}"/>
              </a:ext>
            </a:extLst>
          </p:cNvPr>
          <p:cNvSpPr>
            <a:spLocks noGrp="1"/>
          </p:cNvSpPr>
          <p:nvPr>
            <p:ph type="ctrTitle"/>
          </p:nvPr>
        </p:nvSpPr>
        <p:spPr>
          <a:xfrm>
            <a:off x="609600" y="990600"/>
            <a:ext cx="10058400" cy="5029200"/>
          </a:xfrm>
        </p:spPr>
        <p:txBody>
          <a:bodyPr anchor="b">
            <a:normAutofit/>
          </a:bodyPr>
          <a:lstStyle/>
          <a:p>
            <a:r>
              <a:rPr lang="en-US"/>
              <a:t>Einführung &amp; Orientierung</a:t>
            </a:r>
          </a:p>
        </p:txBody>
      </p:sp>
    </p:spTree>
    <p:extLst>
      <p:ext uri="{BB962C8B-B14F-4D97-AF65-F5344CB8AC3E}">
        <p14:creationId xmlns:p14="http://schemas.microsoft.com/office/powerpoint/2010/main" val="12222756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3_F301EFF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C924C-3A98-A511-BA63-09AEDDBF3726}"/>
              </a:ext>
            </a:extLst>
          </p:cNvPr>
          <p:cNvSpPr>
            <a:spLocks noGrp="1"/>
          </p:cNvSpPr>
          <p:nvPr>
            <p:ph type="title"/>
          </p:nvPr>
        </p:nvSpPr>
        <p:spPr>
          <a:xfrm>
            <a:off x="7010400" y="685800"/>
            <a:ext cx="4561665" cy="1371264"/>
          </a:xfrm>
        </p:spPr>
        <p:txBody>
          <a:bodyPr anchor="b">
            <a:normAutofit/>
          </a:bodyPr>
          <a:lstStyle/>
          <a:p>
            <a:r>
              <a:rPr lang="en-US" sz="3000"/>
              <a:t>Ziel des Vortrags, Tonalität und 60‑Minuten‑Fahrplan</a:t>
            </a:r>
          </a:p>
        </p:txBody>
      </p:sp>
      <p:pic>
        <p:nvPicPr>
          <p:cNvPr id="5" name="Content Placeholder 4" descr="KI: Künstliche Intelligenz, abstrakte neuronale Netzwerke, zukünftige Technologie, Internet der Dinge, Big Data">
            <a:extLst>
              <a:ext uri="{FF2B5EF4-FFF2-40B4-BE49-F238E27FC236}">
                <a16:creationId xmlns:a16="http://schemas.microsoft.com/office/drawing/2014/main" id="{187790DE-122E-4A6E-926B-90764BA78A6B}"/>
              </a:ext>
            </a:extLst>
          </p:cNvPr>
          <p:cNvPicPr>
            <a:picLocks noGrp="1" noChangeAspect="1"/>
          </p:cNvPicPr>
          <p:nvPr>
            <p:ph type="pic" sz="quarter" idx="15"/>
          </p:nvPr>
        </p:nvPicPr>
        <p:blipFill>
          <a:blip r:embed="rId3"/>
          <a:srcRect l="14584" r="15529"/>
          <a:stretch>
            <a:fillRect/>
          </a:stretch>
        </p:blipFill>
        <p:spPr>
          <a:xfrm>
            <a:off x="1" y="10"/>
            <a:ext cx="6390464" cy="6857990"/>
          </a:xfrm>
        </p:spPr>
      </p:pic>
      <p:sp>
        <p:nvSpPr>
          <p:cNvPr id="4" name="Content Placeholder 3">
            <a:extLst>
              <a:ext uri="{FF2B5EF4-FFF2-40B4-BE49-F238E27FC236}">
                <a16:creationId xmlns:a16="http://schemas.microsoft.com/office/drawing/2014/main" id="{0AECC269-7B72-8713-40E5-E725B862E8B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a:bodyPr>
          <a:lstStyle/>
          <a:p>
            <a:pPr marL="0" indent="0">
              <a:spcBef>
                <a:spcPts val="2500"/>
              </a:spcBef>
              <a:buFont typeface="Arial" panose="020B0604020202020204" pitchFamily="34" charset="0"/>
              <a:buNone/>
            </a:pPr>
            <a:r>
              <a:rPr lang="en-US" b="1"/>
              <a:t>Ziel des Vortrags</a:t>
            </a:r>
          </a:p>
          <a:p>
            <a:pPr marL="0" lvl="1" indent="0">
              <a:buFont typeface="Arial" panose="020B0604020202020204" pitchFamily="34" charset="0"/>
              <a:buNone/>
            </a:pPr>
            <a:r>
              <a:rPr lang="en-US"/>
              <a:t>Teilnehmende erhalten ein alltagsnahes Grundverständnis von KI ohne technisches Vorwissen.</a:t>
            </a:r>
          </a:p>
          <a:p>
            <a:pPr marL="0" indent="0">
              <a:spcBef>
                <a:spcPts val="2500"/>
              </a:spcBef>
              <a:buFont typeface="Arial" panose="020B0604020202020204" pitchFamily="34" charset="0"/>
              <a:buNone/>
            </a:pPr>
            <a:r>
              <a:rPr lang="en-US" b="1"/>
              <a:t>Tonalität und Didaktik</a:t>
            </a:r>
          </a:p>
          <a:p>
            <a:pPr marL="0" lvl="1" indent="0">
              <a:buFont typeface="Arial" panose="020B0604020202020204" pitchFamily="34" charset="0"/>
              <a:buNone/>
            </a:pPr>
            <a:r>
              <a:rPr lang="en-US"/>
              <a:t>Der Vortrag vermittelt Neugier statt Angst und fördert Fehlerfreundlichkeit sowie Fragenstellen.</a:t>
            </a:r>
          </a:p>
          <a:p>
            <a:pPr marL="0" indent="0">
              <a:spcBef>
                <a:spcPts val="2500"/>
              </a:spcBef>
              <a:buFont typeface="Arial" panose="020B0604020202020204" pitchFamily="34" charset="0"/>
              <a:buNone/>
            </a:pPr>
            <a:r>
              <a:rPr lang="en-US" b="1"/>
              <a:t>60-Minuten-Fahrplan</a:t>
            </a:r>
          </a:p>
          <a:p>
            <a:pPr marL="0" lvl="1" indent="0">
              <a:buFont typeface="Arial" panose="020B0604020202020204" pitchFamily="34" charset="0"/>
              <a:buNone/>
            </a:pPr>
            <a:r>
              <a:rPr lang="en-US"/>
              <a:t>Drei Schritte: Herkunft &amp; Durchbruch, Funktionsweise von Machine Learning, Praxis und Risiken.</a:t>
            </a:r>
          </a:p>
        </p:txBody>
      </p:sp>
    </p:spTree>
    <p:extLst>
      <p:ext uri="{BB962C8B-B14F-4D97-AF65-F5344CB8AC3E}">
        <p14:creationId xmlns:p14="http://schemas.microsoft.com/office/powerpoint/2010/main" val="40769904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4_C227C2F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0801F-7AC0-1202-AEAA-B8BDC053117C}"/>
              </a:ext>
            </a:extLst>
          </p:cNvPr>
          <p:cNvSpPr>
            <a:spLocks noGrp="1"/>
          </p:cNvSpPr>
          <p:nvPr>
            <p:ph type="ctrTitle"/>
          </p:nvPr>
        </p:nvSpPr>
        <p:spPr>
          <a:xfrm>
            <a:off x="609600" y="990600"/>
            <a:ext cx="10058400" cy="5029200"/>
          </a:xfrm>
        </p:spPr>
        <p:txBody>
          <a:bodyPr anchor="b">
            <a:normAutofit/>
          </a:bodyPr>
          <a:lstStyle/>
          <a:p>
            <a:r>
              <a:rPr lang="en-US"/>
              <a:t>Ursprung &amp; Durchbruch</a:t>
            </a:r>
          </a:p>
        </p:txBody>
      </p:sp>
    </p:spTree>
    <p:extLst>
      <p:ext uri="{BB962C8B-B14F-4D97-AF65-F5344CB8AC3E}">
        <p14:creationId xmlns:p14="http://schemas.microsoft.com/office/powerpoint/2010/main" val="32573857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5_1E3C085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7E834-5851-6A50-0BBC-B60BB6A0BFDF}"/>
              </a:ext>
            </a:extLst>
          </p:cNvPr>
          <p:cNvSpPr>
            <a:spLocks noGrp="1"/>
          </p:cNvSpPr>
          <p:nvPr>
            <p:ph type="title"/>
          </p:nvPr>
        </p:nvSpPr>
        <p:spPr>
          <a:xfrm>
            <a:off x="612647" y="685800"/>
            <a:ext cx="6858000" cy="1111532"/>
          </a:xfrm>
        </p:spPr>
        <p:txBody>
          <a:bodyPr anchor="b">
            <a:normAutofit/>
          </a:bodyPr>
          <a:lstStyle/>
          <a:p>
            <a:r>
              <a:rPr lang="en-US" sz="3000"/>
              <a:t>Anfänge der KI und warum der Durchbruch erst jetzt gelang</a:t>
            </a:r>
          </a:p>
        </p:txBody>
      </p:sp>
      <p:sp>
        <p:nvSpPr>
          <p:cNvPr id="4" name="Content Placeholder 3">
            <a:extLst>
              <a:ext uri="{FF2B5EF4-FFF2-40B4-BE49-F238E27FC236}">
                <a16:creationId xmlns:a16="http://schemas.microsoft.com/office/drawing/2014/main" id="{F1E0F5D9-A2F3-89A3-416E-55AE6874FFA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Historische Grundidee der KI</a:t>
            </a:r>
          </a:p>
          <a:p>
            <a:pPr marL="0" lvl="1" indent="0">
              <a:buFont typeface="Arial" panose="020B0604020202020204" pitchFamily="34" charset="0"/>
              <a:buNone/>
            </a:pPr>
            <a:r>
              <a:rPr lang="en-US"/>
              <a:t>Seit den 1950er Jahren stellt die Frage „Können Maschinen denken?“ die Basis der KI-Forschung dar. Frühe KI basierte auf regelbasierten Wenn-Dann-Systemen.</a:t>
            </a:r>
          </a:p>
          <a:p>
            <a:pPr marL="0" indent="0">
              <a:spcBef>
                <a:spcPts val="2500"/>
              </a:spcBef>
              <a:buFont typeface="Arial" panose="020B0604020202020204" pitchFamily="34" charset="0"/>
              <a:buNone/>
            </a:pPr>
            <a:r>
              <a:rPr lang="en-US" b="1"/>
              <a:t>Moderne datengetriebene KI</a:t>
            </a:r>
          </a:p>
          <a:p>
            <a:pPr marL="0" lvl="1" indent="0">
              <a:buFont typeface="Arial" panose="020B0604020202020204" pitchFamily="34" charset="0"/>
              <a:buNone/>
            </a:pPr>
            <a:r>
              <a:rPr lang="en-US"/>
              <a:t>Moderne KI nutzt datengetriebene Modelle, die Muster aus großen Beispieldatensätzen lernen, statt starrer Regeln.</a:t>
            </a:r>
          </a:p>
          <a:p>
            <a:pPr marL="0" indent="0">
              <a:spcBef>
                <a:spcPts val="2500"/>
              </a:spcBef>
              <a:buFont typeface="Arial" panose="020B0604020202020204" pitchFamily="34" charset="0"/>
              <a:buNone/>
            </a:pPr>
            <a:r>
              <a:rPr lang="en-US" b="1"/>
              <a:t>Rezept für den Durchbruch</a:t>
            </a:r>
          </a:p>
          <a:p>
            <a:pPr marL="0" lvl="1" indent="0">
              <a:buFont typeface="Arial" panose="020B0604020202020204" pitchFamily="34" charset="0"/>
              <a:buNone/>
            </a:pPr>
            <a:r>
              <a:rPr lang="en-US"/>
              <a:t>Der Durchbruch entstand durch die Kombination von massiv erhöhter Rechenleistung, großen Datenmengen und verbesserten Algorithmen.</a:t>
            </a:r>
          </a:p>
          <a:p>
            <a:pPr marL="0" indent="0">
              <a:spcBef>
                <a:spcPts val="2500"/>
              </a:spcBef>
              <a:buFont typeface="Arial" panose="020B0604020202020204" pitchFamily="34" charset="0"/>
              <a:buNone/>
            </a:pPr>
            <a:r>
              <a:rPr lang="en-US" b="1"/>
              <a:t>Erwartungsmanagement und Realismus</a:t>
            </a:r>
          </a:p>
          <a:p>
            <a:pPr marL="0" lvl="1" indent="0">
              <a:buFont typeface="Arial" panose="020B0604020202020204" pitchFamily="34" charset="0"/>
              <a:buNone/>
            </a:pPr>
            <a:r>
              <a:rPr lang="en-US"/>
              <a:t>KI ist trotz Fortschritten nicht fertig; realistische Erwartungen und gesundes Verständnis sind wichtig für die Nutzung.</a:t>
            </a:r>
          </a:p>
        </p:txBody>
      </p:sp>
      <p:pic>
        <p:nvPicPr>
          <p:cNvPr id="5" name="Content Placeholder 4" descr="Konzept der digitalen Technologie">
            <a:extLst>
              <a:ext uri="{FF2B5EF4-FFF2-40B4-BE49-F238E27FC236}">
                <a16:creationId xmlns:a16="http://schemas.microsoft.com/office/drawing/2014/main" id="{CB89719A-5622-4895-8283-9AF4D6F0004E}"/>
              </a:ext>
            </a:extLst>
          </p:cNvPr>
          <p:cNvPicPr>
            <a:picLocks noGrp="1" noChangeAspect="1"/>
          </p:cNvPicPr>
          <p:nvPr>
            <p:ph type="pic" sz="quarter" idx="13"/>
          </p:nvPr>
        </p:nvPicPr>
        <p:blipFill>
          <a:blip r:embed="rId3"/>
          <a:srcRect l="37232" r="17629" b="2"/>
          <a:stretch>
            <a:fillRect/>
          </a:stretch>
        </p:blipFill>
        <p:spPr>
          <a:xfrm>
            <a:off x="8091732" y="10"/>
            <a:ext cx="4100267" cy="6857990"/>
          </a:xfrm>
        </p:spPr>
      </p:pic>
    </p:spTree>
    <p:extLst>
      <p:ext uri="{BB962C8B-B14F-4D97-AF65-F5344CB8AC3E}">
        <p14:creationId xmlns:p14="http://schemas.microsoft.com/office/powerpoint/2010/main" val="5072507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6_5B37B30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A6749-5B3F-12DF-A272-4E311A0079A3}"/>
              </a:ext>
            </a:extLst>
          </p:cNvPr>
          <p:cNvSpPr>
            <a:spLocks noGrp="1"/>
          </p:cNvSpPr>
          <p:nvPr>
            <p:ph type="ctrTitle"/>
          </p:nvPr>
        </p:nvSpPr>
        <p:spPr>
          <a:xfrm>
            <a:off x="609600" y="990600"/>
            <a:ext cx="10058400" cy="5029200"/>
          </a:xfrm>
        </p:spPr>
        <p:txBody>
          <a:bodyPr anchor="b">
            <a:normAutofit/>
          </a:bodyPr>
          <a:lstStyle/>
          <a:p>
            <a:r>
              <a:rPr lang="en-US"/>
              <a:t>Geschichte &amp; Hype-Zyklen</a:t>
            </a:r>
          </a:p>
        </p:txBody>
      </p:sp>
    </p:spTree>
    <p:extLst>
      <p:ext uri="{BB962C8B-B14F-4D97-AF65-F5344CB8AC3E}">
        <p14:creationId xmlns:p14="http://schemas.microsoft.com/office/powerpoint/2010/main" val="15303769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7_2A52EAD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B0ABC-E697-48A8-1A7F-99CEBEDA3330}"/>
              </a:ext>
            </a:extLst>
          </p:cNvPr>
          <p:cNvSpPr>
            <a:spLocks noGrp="1"/>
          </p:cNvSpPr>
          <p:nvPr>
            <p:ph type="title"/>
          </p:nvPr>
        </p:nvSpPr>
        <p:spPr>
          <a:xfrm>
            <a:off x="609599" y="685800"/>
            <a:ext cx="4564763" cy="1426798"/>
          </a:xfrm>
        </p:spPr>
        <p:txBody>
          <a:bodyPr anchor="b">
            <a:normAutofit/>
          </a:bodyPr>
          <a:lstStyle/>
          <a:p>
            <a:r>
              <a:rPr lang="en-US" sz="2600"/>
              <a:t>KI-Wellen: Hype, Ernüchterung, „KI-Winter“ und die aktuelle Welle</a:t>
            </a:r>
          </a:p>
        </p:txBody>
      </p:sp>
      <p:pic>
        <p:nvPicPr>
          <p:cNvPr id="5" name="Content Placeholder 4" descr="Abstrakter Hintergrund mit einem abstrakten digitalen Graphen">
            <a:extLst>
              <a:ext uri="{FF2B5EF4-FFF2-40B4-BE49-F238E27FC236}">
                <a16:creationId xmlns:a16="http://schemas.microsoft.com/office/drawing/2014/main" id="{021A9C1A-35AC-4EB7-9C58-84FE63EDA0A7}"/>
              </a:ext>
            </a:extLst>
          </p:cNvPr>
          <p:cNvPicPr>
            <a:picLocks noGrp="1" noChangeAspect="1"/>
          </p:cNvPicPr>
          <p:nvPr>
            <p:ph type="pic" sz="quarter" idx="15"/>
          </p:nvPr>
        </p:nvPicPr>
        <p:blipFill>
          <a:blip r:embed="rId3"/>
          <a:srcRect l="22581" r="6814" b="2"/>
          <a:stretch>
            <a:fillRect/>
          </a:stretch>
        </p:blipFill>
        <p:spPr>
          <a:xfrm>
            <a:off x="609599" y="2514600"/>
            <a:ext cx="4564763" cy="3636598"/>
          </a:xfrm>
        </p:spPr>
      </p:pic>
      <p:sp>
        <p:nvSpPr>
          <p:cNvPr id="4" name="Content Placeholder 3">
            <a:extLst>
              <a:ext uri="{FF2B5EF4-FFF2-40B4-BE49-F238E27FC236}">
                <a16:creationId xmlns:a16="http://schemas.microsoft.com/office/drawing/2014/main" id="{087B7B82-FEC2-E15D-23EE-0E5D676C126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0060" y="685800"/>
            <a:ext cx="5792341" cy="5465398"/>
          </a:xfrm>
        </p:spPr>
        <p:txBody>
          <a:bodyPr>
            <a:normAutofit/>
          </a:bodyPr>
          <a:lstStyle/>
          <a:p>
            <a:pPr marL="0" indent="0">
              <a:spcBef>
                <a:spcPts val="2500"/>
              </a:spcBef>
              <a:buFont typeface="Arial" panose="020B0604020202020204" pitchFamily="34" charset="0"/>
              <a:buNone/>
            </a:pPr>
            <a:r>
              <a:rPr lang="en-US" b="1"/>
              <a:t>Phasen der KI-Entwicklung</a:t>
            </a:r>
          </a:p>
          <a:p>
            <a:pPr marL="0" lvl="1" indent="0">
              <a:buFont typeface="Arial" panose="020B0604020202020204" pitchFamily="34" charset="0"/>
              <a:buNone/>
            </a:pPr>
            <a:r>
              <a:rPr lang="en-US"/>
              <a:t>KI durchlief Phasen von regelbasierten Systemen, Ernüchterung und spezialisierter Nutzung bis zum Deep-Learning-Boom ab 2012.</a:t>
            </a:r>
          </a:p>
          <a:p>
            <a:pPr marL="0" indent="0">
              <a:spcBef>
                <a:spcPts val="2500"/>
              </a:spcBef>
              <a:buFont typeface="Arial" panose="020B0604020202020204" pitchFamily="34" charset="0"/>
              <a:buNone/>
            </a:pPr>
            <a:r>
              <a:rPr lang="en-US" b="1"/>
              <a:t>Hype-Zyklen verstehen</a:t>
            </a:r>
          </a:p>
          <a:p>
            <a:pPr marL="0" lvl="1" indent="0">
              <a:buFont typeface="Arial" panose="020B0604020202020204" pitchFamily="34" charset="0"/>
              <a:buNone/>
            </a:pPr>
            <a:r>
              <a:rPr lang="en-US"/>
              <a:t>Hype-Zyklen sind normal und führen oft zu überzogenen Erwartungen, die Enttäuschung und Fehlinvestitionen verursachen können.</a:t>
            </a:r>
          </a:p>
          <a:p>
            <a:pPr marL="0" indent="0">
              <a:spcBef>
                <a:spcPts val="2500"/>
              </a:spcBef>
              <a:buFont typeface="Arial" panose="020B0604020202020204" pitchFamily="34" charset="0"/>
              <a:buNone/>
            </a:pPr>
            <a:r>
              <a:rPr lang="en-US" b="1"/>
              <a:t>Transformer und Sprachmodelle</a:t>
            </a:r>
          </a:p>
          <a:p>
            <a:pPr marL="0" lvl="1" indent="0">
              <a:buFont typeface="Arial" panose="020B0604020202020204" pitchFamily="34" charset="0"/>
              <a:buNone/>
            </a:pPr>
            <a:r>
              <a:rPr lang="en-US"/>
              <a:t>Seit 2017 ermöglicht die Transformer-Architektur große Sprachmodelle, die längere Textkontexte besser erfassen können.</a:t>
            </a:r>
          </a:p>
          <a:p>
            <a:pPr marL="0" indent="0">
              <a:spcBef>
                <a:spcPts val="2500"/>
              </a:spcBef>
              <a:buFont typeface="Arial" panose="020B0604020202020204" pitchFamily="34" charset="0"/>
              <a:buNone/>
            </a:pPr>
            <a:r>
              <a:rPr lang="en-US" b="1"/>
              <a:t>Kritisches Denken fördern</a:t>
            </a:r>
          </a:p>
          <a:p>
            <a:pPr marL="0" lvl="1" indent="0">
              <a:buFont typeface="Arial" panose="020B0604020202020204" pitchFamily="34" charset="0"/>
              <a:buNone/>
            </a:pPr>
            <a:r>
              <a:rPr lang="en-US"/>
              <a:t>Begeisterung für KI sollte mit kritischem Denken kombiniert werden, um informierte Gelassenheit zu erreichen.</a:t>
            </a:r>
          </a:p>
        </p:txBody>
      </p:sp>
    </p:spTree>
    <p:extLst>
      <p:ext uri="{BB962C8B-B14F-4D97-AF65-F5344CB8AC3E}">
        <p14:creationId xmlns:p14="http://schemas.microsoft.com/office/powerpoint/2010/main" val="7100771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8_2B3A82B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CB485-47C3-C96E-25E0-66BAB746298C}"/>
              </a:ext>
            </a:extLst>
          </p:cNvPr>
          <p:cNvSpPr>
            <a:spLocks noGrp="1"/>
          </p:cNvSpPr>
          <p:nvPr>
            <p:ph type="ctrTitle"/>
          </p:nvPr>
        </p:nvSpPr>
        <p:spPr>
          <a:xfrm>
            <a:off x="609600" y="990600"/>
            <a:ext cx="10058400" cy="5029200"/>
          </a:xfrm>
        </p:spPr>
        <p:txBody>
          <a:bodyPr anchor="b">
            <a:normAutofit/>
          </a:bodyPr>
          <a:lstStyle/>
          <a:p>
            <a:r>
              <a:rPr lang="en-US"/>
              <a:t>Grundlagen: Machine Learning</a:t>
            </a:r>
          </a:p>
        </p:txBody>
      </p:sp>
    </p:spTree>
    <p:extLst>
      <p:ext uri="{BB962C8B-B14F-4D97-AF65-F5344CB8AC3E}">
        <p14:creationId xmlns:p14="http://schemas.microsoft.com/office/powerpoint/2010/main" val="7252548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9_BE725D7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0E110-2E9A-234A-8791-7876AA83669F}"/>
              </a:ext>
            </a:extLst>
          </p:cNvPr>
          <p:cNvSpPr>
            <a:spLocks noGrp="1"/>
          </p:cNvSpPr>
          <p:nvPr>
            <p:ph type="title"/>
          </p:nvPr>
        </p:nvSpPr>
        <p:spPr>
          <a:xfrm>
            <a:off x="612647" y="685800"/>
            <a:ext cx="6858000" cy="1111532"/>
          </a:xfrm>
        </p:spPr>
        <p:txBody>
          <a:bodyPr anchor="b">
            <a:normAutofit/>
          </a:bodyPr>
          <a:lstStyle/>
          <a:p>
            <a:r>
              <a:rPr lang="en-US" sz="2600"/>
              <a:t>Machine Learning als Lernen aus Beispielen – Prozess, Beispiele, Wahrscheinlichkeiten</a:t>
            </a:r>
          </a:p>
        </p:txBody>
      </p:sp>
      <p:sp>
        <p:nvSpPr>
          <p:cNvPr id="4" name="Content Placeholder 3">
            <a:extLst>
              <a:ext uri="{FF2B5EF4-FFF2-40B4-BE49-F238E27FC236}">
                <a16:creationId xmlns:a16="http://schemas.microsoft.com/office/drawing/2014/main" id="{7D6E382C-789D-D236-EB96-548379BDDD6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Grundidee von Machine Learning</a:t>
            </a:r>
          </a:p>
          <a:p>
            <a:pPr marL="0" lvl="1" indent="0">
              <a:buFont typeface="Arial" panose="020B0604020202020204" pitchFamily="34" charset="0"/>
              <a:buNone/>
            </a:pPr>
            <a:r>
              <a:rPr lang="en-US"/>
              <a:t>Computer lernen aus Beispielen Muster, ohne alle Regeln manuell zu programmieren. Ergebnisse sind Wahrscheinlichkeiten, keine absoluten Wahrheiten.</a:t>
            </a:r>
          </a:p>
          <a:p>
            <a:pPr marL="0" indent="0">
              <a:spcBef>
                <a:spcPts val="2500"/>
              </a:spcBef>
              <a:buFont typeface="Arial" panose="020B0604020202020204" pitchFamily="34" charset="0"/>
              <a:buNone/>
            </a:pPr>
            <a:r>
              <a:rPr lang="en-US" b="1"/>
              <a:t>ML-Prozessübersicht</a:t>
            </a:r>
          </a:p>
          <a:p>
            <a:pPr marL="0" lvl="1" indent="0">
              <a:buFont typeface="Arial" panose="020B0604020202020204" pitchFamily="34" charset="0"/>
              <a:buNone/>
            </a:pPr>
            <a:r>
              <a:rPr lang="en-US"/>
              <a:t>Der Prozess umfasst Datensammlung, Training, Test und Einsatz, ähnlich einer Fahrschul-Analogie mit Übung, Prüfung und Straßenverkehr.</a:t>
            </a:r>
          </a:p>
          <a:p>
            <a:pPr marL="0" indent="0">
              <a:spcBef>
                <a:spcPts val="2500"/>
              </a:spcBef>
              <a:buFont typeface="Arial" panose="020B0604020202020204" pitchFamily="34" charset="0"/>
              <a:buNone/>
            </a:pPr>
            <a:r>
              <a:rPr lang="en-US" b="1"/>
              <a:t>Überwachtes Lernen und Anwendungen</a:t>
            </a:r>
          </a:p>
          <a:p>
            <a:pPr marL="0" lvl="1" indent="0">
              <a:buFont typeface="Arial" panose="020B0604020202020204" pitchFamily="34" charset="0"/>
              <a:buNone/>
            </a:pPr>
            <a:r>
              <a:rPr lang="en-US"/>
              <a:t>Überwachtes Lernen nutzt Beispiele mit Labels, vergleichbar mit Karteikarten, und wird in Spamfiltern, Bilderkennung und Prognosen eingesetzt.</a:t>
            </a:r>
          </a:p>
          <a:p>
            <a:pPr marL="0" indent="0">
              <a:spcBef>
                <a:spcPts val="2500"/>
              </a:spcBef>
              <a:buFont typeface="Arial" panose="020B0604020202020204" pitchFamily="34" charset="0"/>
              <a:buNone/>
            </a:pPr>
            <a:r>
              <a:rPr lang="en-US" b="1"/>
              <a:t>Wahrscheinlichkeiten und Unsicherheiten</a:t>
            </a:r>
          </a:p>
          <a:p>
            <a:pPr marL="0" lvl="1" indent="0">
              <a:buFont typeface="Arial" panose="020B0604020202020204" pitchFamily="34" charset="0"/>
              <a:buNone/>
            </a:pPr>
            <a:r>
              <a:rPr lang="en-US"/>
              <a:t>ML-Modelle geben Wahrscheinlichkeiten aus und können bei ungewöhnlichen Daten unsicher sein, was Fehler wie Halluzinationen erklärt.</a:t>
            </a:r>
          </a:p>
        </p:txBody>
      </p:sp>
      <p:pic>
        <p:nvPicPr>
          <p:cNvPr id="5" name="Content Placeholder 4" descr="Cloud-Computing-Konzept isoliert auf weißem Hintergrund">
            <a:extLst>
              <a:ext uri="{FF2B5EF4-FFF2-40B4-BE49-F238E27FC236}">
                <a16:creationId xmlns:a16="http://schemas.microsoft.com/office/drawing/2014/main" id="{C366455A-E55D-4FE1-A17A-310A61CA4F81}"/>
              </a:ext>
            </a:extLst>
          </p:cNvPr>
          <p:cNvPicPr>
            <a:picLocks noGrp="1" noChangeAspect="1"/>
          </p:cNvPicPr>
          <p:nvPr>
            <p:ph type="pic" sz="quarter" idx="13"/>
          </p:nvPr>
        </p:nvPicPr>
        <p:blipFill>
          <a:blip r:embed="rId3"/>
          <a:srcRect l="26569" r="28590"/>
          <a:stretch>
            <a:fillRect/>
          </a:stretch>
        </p:blipFill>
        <p:spPr>
          <a:xfrm>
            <a:off x="8091732" y="10"/>
            <a:ext cx="4100267" cy="6857990"/>
          </a:xfrm>
        </p:spPr>
      </p:pic>
    </p:spTree>
    <p:extLst>
      <p:ext uri="{BB962C8B-B14F-4D97-AF65-F5344CB8AC3E}">
        <p14:creationId xmlns:p14="http://schemas.microsoft.com/office/powerpoint/2010/main" val="31951660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0_EB218F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D5995-E104-40F9-E1DE-72CE9CFA9F87}"/>
              </a:ext>
            </a:extLst>
          </p:cNvPr>
          <p:cNvSpPr>
            <a:spLocks noGrp="1"/>
          </p:cNvSpPr>
          <p:nvPr>
            <p:ph type="ctrTitle"/>
          </p:nvPr>
        </p:nvSpPr>
        <p:spPr>
          <a:xfrm>
            <a:off x="609600" y="990600"/>
            <a:ext cx="10058400" cy="5029200"/>
          </a:xfrm>
        </p:spPr>
        <p:txBody>
          <a:bodyPr anchor="b">
            <a:normAutofit/>
          </a:bodyPr>
          <a:lstStyle/>
          <a:p>
            <a:r>
              <a:rPr lang="en-US" sz="9400"/>
              <a:t>Was KI gut kann (Praxisnutzen)</a:t>
            </a:r>
          </a:p>
        </p:txBody>
      </p:sp>
    </p:spTree>
    <p:extLst>
      <p:ext uri="{BB962C8B-B14F-4D97-AF65-F5344CB8AC3E}">
        <p14:creationId xmlns:p14="http://schemas.microsoft.com/office/powerpoint/2010/main" val="39448451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1_2515F9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63AAA-7A3E-287E-EFE2-D677E03E1692}"/>
              </a:ext>
            </a:extLst>
          </p:cNvPr>
          <p:cNvSpPr>
            <a:spLocks noGrp="1"/>
          </p:cNvSpPr>
          <p:nvPr>
            <p:ph type="title"/>
          </p:nvPr>
        </p:nvSpPr>
        <p:spPr>
          <a:xfrm>
            <a:off x="612647" y="685800"/>
            <a:ext cx="6858000" cy="1111532"/>
          </a:xfrm>
        </p:spPr>
        <p:txBody>
          <a:bodyPr anchor="b">
            <a:normAutofit/>
          </a:bodyPr>
          <a:lstStyle/>
          <a:p>
            <a:r>
              <a:rPr lang="en-US" sz="2600"/>
              <a:t>Stärken: Entwürfe, Struktur, Varianten, Erklärungen – typische VHS‑Use‑Cases</a:t>
            </a:r>
          </a:p>
        </p:txBody>
      </p:sp>
      <p:sp>
        <p:nvSpPr>
          <p:cNvPr id="4" name="Content Placeholder 3">
            <a:extLst>
              <a:ext uri="{FF2B5EF4-FFF2-40B4-BE49-F238E27FC236}">
                <a16:creationId xmlns:a16="http://schemas.microsoft.com/office/drawing/2014/main" id="{A9D97AB9-6F39-A3EF-EE26-2D2E5FF2E34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Texte entwerfen und umformulieren</a:t>
            </a:r>
          </a:p>
          <a:p>
            <a:pPr marL="0" lvl="1" indent="0">
              <a:buFont typeface="Arial" panose="020B0604020202020204" pitchFamily="34" charset="0"/>
              <a:buNone/>
            </a:pPr>
            <a:r>
              <a:rPr lang="en-US"/>
              <a:t>KI unterstützt bei der Erstellung und Umformulierung von Texten, etwa höflicher oder verständlicher zu schreiben.</a:t>
            </a:r>
          </a:p>
          <a:p>
            <a:pPr marL="0" indent="0">
              <a:spcBef>
                <a:spcPts val="2500"/>
              </a:spcBef>
              <a:buFont typeface="Arial" panose="020B0604020202020204" pitchFamily="34" charset="0"/>
              <a:buNone/>
            </a:pPr>
            <a:r>
              <a:rPr lang="en-US" b="1"/>
              <a:t>Zusammenfassen und Strukturieren</a:t>
            </a:r>
          </a:p>
          <a:p>
            <a:pPr marL="0" lvl="1" indent="0">
              <a:buFont typeface="Arial" panose="020B0604020202020204" pitchFamily="34" charset="0"/>
              <a:buNone/>
            </a:pPr>
            <a:r>
              <a:rPr lang="en-US"/>
              <a:t>Lange Texte werden von KI in Kernaussagen, Gliederungen oder To‑do‑Listen übersichtlich strukturiert.</a:t>
            </a:r>
          </a:p>
          <a:p>
            <a:pPr marL="0" indent="0">
              <a:spcBef>
                <a:spcPts val="2500"/>
              </a:spcBef>
              <a:buFont typeface="Arial" panose="020B0604020202020204" pitchFamily="34" charset="0"/>
              <a:buNone/>
            </a:pPr>
            <a:r>
              <a:rPr lang="en-US" b="1"/>
              <a:t>Ideen generieren und Varianten liefern</a:t>
            </a:r>
          </a:p>
          <a:p>
            <a:pPr marL="0" lvl="1" indent="0">
              <a:buFont typeface="Arial" panose="020B0604020202020204" pitchFamily="34" charset="0"/>
              <a:buNone/>
            </a:pPr>
            <a:r>
              <a:rPr lang="en-US"/>
              <a:t>KI liefert vielfältige Ideen und Varianten, unterstützt Brainstorming und zeigt alternative Perspektiven auf.</a:t>
            </a:r>
          </a:p>
          <a:p>
            <a:pPr marL="0" indent="0">
              <a:spcBef>
                <a:spcPts val="2500"/>
              </a:spcBef>
              <a:buFont typeface="Arial" panose="020B0604020202020204" pitchFamily="34" charset="0"/>
              <a:buNone/>
            </a:pPr>
            <a:r>
              <a:rPr lang="en-US" b="1"/>
              <a:t>Übersetzen und Erklären</a:t>
            </a:r>
          </a:p>
          <a:p>
            <a:pPr marL="0" lvl="1" indent="0">
              <a:buFont typeface="Arial" panose="020B0604020202020204" pitchFamily="34" charset="0"/>
              <a:buNone/>
            </a:pPr>
            <a:r>
              <a:rPr lang="en-US"/>
              <a:t>KI übersetzt Texte und erklärt Inhalte auf verschiedenen Niveaus, z.B. kindgerecht oder fachlich.</a:t>
            </a:r>
          </a:p>
        </p:txBody>
      </p:sp>
      <p:pic>
        <p:nvPicPr>
          <p:cNvPr id="5" name="Content Placeholder 4" descr="Soziales Netzwerk auf dem Laptop">
            <a:extLst>
              <a:ext uri="{FF2B5EF4-FFF2-40B4-BE49-F238E27FC236}">
                <a16:creationId xmlns:a16="http://schemas.microsoft.com/office/drawing/2014/main" id="{6AABA239-2BC9-4BD4-9570-35A5FBBCF59A}"/>
              </a:ext>
            </a:extLst>
          </p:cNvPr>
          <p:cNvPicPr>
            <a:picLocks noGrp="1" noChangeAspect="1"/>
          </p:cNvPicPr>
          <p:nvPr>
            <p:ph type="pic" sz="quarter" idx="13"/>
          </p:nvPr>
        </p:nvPicPr>
        <p:blipFill>
          <a:blip r:embed="rId3"/>
          <a:srcRect l="28111" r="27048"/>
          <a:stretch>
            <a:fillRect/>
          </a:stretch>
        </p:blipFill>
        <p:spPr>
          <a:xfrm>
            <a:off x="8091732" y="10"/>
            <a:ext cx="4100267" cy="6857990"/>
          </a:xfrm>
        </p:spPr>
      </p:pic>
    </p:spTree>
    <p:extLst>
      <p:ext uri="{BB962C8B-B14F-4D97-AF65-F5344CB8AC3E}">
        <p14:creationId xmlns:p14="http://schemas.microsoft.com/office/powerpoint/2010/main" val="6221971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2_F63AC66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9FDD3-4EAE-8902-A38E-D71B7002BD50}"/>
              </a:ext>
            </a:extLst>
          </p:cNvPr>
          <p:cNvSpPr>
            <a:spLocks noGrp="1"/>
          </p:cNvSpPr>
          <p:nvPr>
            <p:ph type="ctrTitle"/>
          </p:nvPr>
        </p:nvSpPr>
        <p:spPr>
          <a:xfrm>
            <a:off x="609600" y="990600"/>
            <a:ext cx="10058400" cy="5029200"/>
          </a:xfrm>
        </p:spPr>
        <p:txBody>
          <a:bodyPr anchor="b">
            <a:normAutofit/>
          </a:bodyPr>
          <a:lstStyle/>
          <a:p>
            <a:r>
              <a:rPr lang="en-US"/>
              <a:t>Grenzen &amp; Risiken</a:t>
            </a:r>
          </a:p>
        </p:txBody>
      </p:sp>
    </p:spTree>
    <p:extLst>
      <p:ext uri="{BB962C8B-B14F-4D97-AF65-F5344CB8AC3E}">
        <p14:creationId xmlns:p14="http://schemas.microsoft.com/office/powerpoint/2010/main" val="41310470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3_77332F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297C9-E389-1092-24FC-648EC9D4712B}"/>
              </a:ext>
            </a:extLst>
          </p:cNvPr>
          <p:cNvSpPr>
            <a:spLocks noGrp="1"/>
          </p:cNvSpPr>
          <p:nvPr>
            <p:ph type="title"/>
          </p:nvPr>
        </p:nvSpPr>
        <p:spPr>
          <a:xfrm>
            <a:off x="7010400" y="685800"/>
            <a:ext cx="4561665" cy="1371264"/>
          </a:xfrm>
        </p:spPr>
        <p:txBody>
          <a:bodyPr anchor="b">
            <a:normAutofit/>
          </a:bodyPr>
          <a:lstStyle/>
          <a:p>
            <a:r>
              <a:rPr lang="en-US" sz="2600"/>
              <a:t>Halluzinationen, Bias und Datenschutz: pragmatische Sicherheitsregeln</a:t>
            </a:r>
          </a:p>
        </p:txBody>
      </p:sp>
      <p:pic>
        <p:nvPicPr>
          <p:cNvPr id="5" name="Content Placeholder 4" descr="Kundenzufriedenheitsumfragen">
            <a:extLst>
              <a:ext uri="{FF2B5EF4-FFF2-40B4-BE49-F238E27FC236}">
                <a16:creationId xmlns:a16="http://schemas.microsoft.com/office/drawing/2014/main" id="{9BC6B0CC-B0AE-4357-A9FD-8EF133346125}"/>
              </a:ext>
            </a:extLst>
          </p:cNvPr>
          <p:cNvPicPr>
            <a:picLocks noGrp="1" noChangeAspect="1"/>
          </p:cNvPicPr>
          <p:nvPr>
            <p:ph type="pic" sz="quarter" idx="15"/>
          </p:nvPr>
        </p:nvPicPr>
        <p:blipFill>
          <a:blip r:embed="rId3"/>
          <a:srcRect l="8150" r="29649" b="-1"/>
          <a:stretch>
            <a:fillRect/>
          </a:stretch>
        </p:blipFill>
        <p:spPr>
          <a:xfrm>
            <a:off x="1" y="10"/>
            <a:ext cx="6390464" cy="6857990"/>
          </a:xfrm>
        </p:spPr>
      </p:pic>
      <p:sp>
        <p:nvSpPr>
          <p:cNvPr id="4" name="Content Placeholder 3">
            <a:extLst>
              <a:ext uri="{FF2B5EF4-FFF2-40B4-BE49-F238E27FC236}">
                <a16:creationId xmlns:a16="http://schemas.microsoft.com/office/drawing/2014/main" id="{4CB5D2AE-5696-19EA-24E7-DD59E56A037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a:bodyPr>
          <a:lstStyle/>
          <a:p>
            <a:pPr marL="0" indent="0">
              <a:lnSpc>
                <a:spcPct val="90000"/>
              </a:lnSpc>
              <a:spcBef>
                <a:spcPts val="2500"/>
              </a:spcBef>
              <a:buFont typeface="Arial" panose="020B0604020202020204" pitchFamily="34" charset="0"/>
              <a:buNone/>
            </a:pPr>
            <a:r>
              <a:rPr lang="en-US" b="1"/>
              <a:t>Risiko Halluzinationen</a:t>
            </a:r>
          </a:p>
          <a:p>
            <a:pPr marL="0" lvl="1" indent="0">
              <a:lnSpc>
                <a:spcPct val="90000"/>
              </a:lnSpc>
              <a:buFont typeface="Arial" panose="020B0604020202020204" pitchFamily="34" charset="0"/>
              <a:buNone/>
            </a:pPr>
            <a:r>
              <a:rPr lang="en-US"/>
              <a:t>KI generiert plausible, aber nicht verifizierte Informationen, insbesondere bei Fakten und Quellen. Eine einfache Prüfroutine hilft, diese zu erkennen und zu bewerten.</a:t>
            </a:r>
          </a:p>
          <a:p>
            <a:pPr marL="0" indent="0">
              <a:lnSpc>
                <a:spcPct val="90000"/>
              </a:lnSpc>
              <a:spcBef>
                <a:spcPts val="2500"/>
              </a:spcBef>
              <a:buFont typeface="Arial" panose="020B0604020202020204" pitchFamily="34" charset="0"/>
              <a:buNone/>
            </a:pPr>
            <a:r>
              <a:rPr lang="en-US" b="1"/>
              <a:t>Bias und Verzerrung</a:t>
            </a:r>
          </a:p>
          <a:p>
            <a:pPr marL="0" lvl="1" indent="0">
              <a:lnSpc>
                <a:spcPct val="90000"/>
              </a:lnSpc>
              <a:buFont typeface="Arial" panose="020B0604020202020204" pitchFamily="34" charset="0"/>
              <a:buNone/>
            </a:pPr>
            <a:r>
              <a:rPr lang="en-US"/>
              <a:t>Trainingsdaten enthalten gesellschaftliche Verzerrungen, die einseitige oder stereotype Antworten verursachen können. Gegenmaßnahmen fördern neutrale und reflektierte Ergebnisse.</a:t>
            </a:r>
          </a:p>
          <a:p>
            <a:pPr marL="0" indent="0">
              <a:lnSpc>
                <a:spcPct val="90000"/>
              </a:lnSpc>
              <a:spcBef>
                <a:spcPts val="2500"/>
              </a:spcBef>
              <a:buFont typeface="Arial" panose="020B0604020202020204" pitchFamily="34" charset="0"/>
              <a:buNone/>
            </a:pPr>
            <a:r>
              <a:rPr lang="en-US" b="1"/>
              <a:t>Datenschutzrichtlinien</a:t>
            </a:r>
          </a:p>
          <a:p>
            <a:pPr marL="0" lvl="1" indent="0">
              <a:lnSpc>
                <a:spcPct val="90000"/>
              </a:lnSpc>
              <a:buFont typeface="Arial" panose="020B0604020202020204" pitchFamily="34" charset="0"/>
              <a:buNone/>
            </a:pPr>
            <a:r>
              <a:rPr lang="en-US"/>
              <a:t>Keine sensiblen Daten in KI-Dienste eingeben. Richtwert: Nur Informationen teilen, die auch per E-Mail verschickt werden würden. Praktische Maßnahmen schützen die Privatsphäre.</a:t>
            </a:r>
          </a:p>
        </p:txBody>
      </p:sp>
    </p:spTree>
    <p:extLst>
      <p:ext uri="{BB962C8B-B14F-4D97-AF65-F5344CB8AC3E}">
        <p14:creationId xmlns:p14="http://schemas.microsoft.com/office/powerpoint/2010/main" val="19998431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4_DB4FCAB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9190E-22B4-60CA-355A-A42F62B47D4E}"/>
              </a:ext>
            </a:extLst>
          </p:cNvPr>
          <p:cNvSpPr>
            <a:spLocks noGrp="1"/>
          </p:cNvSpPr>
          <p:nvPr>
            <p:ph type="ctrTitle"/>
          </p:nvPr>
        </p:nvSpPr>
        <p:spPr>
          <a:xfrm>
            <a:off x="609600" y="990600"/>
            <a:ext cx="10058400" cy="5029200"/>
          </a:xfrm>
        </p:spPr>
        <p:txBody>
          <a:bodyPr anchor="b">
            <a:normAutofit/>
          </a:bodyPr>
          <a:lstStyle/>
          <a:p>
            <a:r>
              <a:rPr lang="en-US"/>
              <a:t>Zukunft &amp; Fazit</a:t>
            </a:r>
          </a:p>
        </p:txBody>
      </p:sp>
    </p:spTree>
    <p:extLst>
      <p:ext uri="{BB962C8B-B14F-4D97-AF65-F5344CB8AC3E}">
        <p14:creationId xmlns:p14="http://schemas.microsoft.com/office/powerpoint/2010/main" val="36794395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5_3F32D5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37885-30D0-D62B-F0C9-10DE72C57C87}"/>
              </a:ext>
            </a:extLst>
          </p:cNvPr>
          <p:cNvSpPr>
            <a:spLocks noGrp="1"/>
          </p:cNvSpPr>
          <p:nvPr>
            <p:ph type="title"/>
          </p:nvPr>
        </p:nvSpPr>
        <p:spPr>
          <a:xfrm>
            <a:off x="612647" y="685800"/>
            <a:ext cx="6858000" cy="1111532"/>
          </a:xfrm>
        </p:spPr>
        <p:txBody>
          <a:bodyPr anchor="b">
            <a:normAutofit/>
          </a:bodyPr>
          <a:lstStyle/>
          <a:p>
            <a:r>
              <a:rPr lang="en-US" sz="2600"/>
              <a:t>„Kinderschuhe“, Ausblick (multimodal/Agenten/Regulierung) und fünf Takeaways</a:t>
            </a:r>
          </a:p>
        </p:txBody>
      </p:sp>
      <p:sp>
        <p:nvSpPr>
          <p:cNvPr id="4" name="Content Placeholder 3">
            <a:extLst>
              <a:ext uri="{FF2B5EF4-FFF2-40B4-BE49-F238E27FC236}">
                <a16:creationId xmlns:a16="http://schemas.microsoft.com/office/drawing/2014/main" id="{ABE5A3F8-7F52-0A32-B3A1-3D341FE5421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KI in den Kinderschuhen</a:t>
            </a:r>
          </a:p>
          <a:p>
            <a:pPr marL="0" lvl="1" indent="0">
              <a:buFont typeface="Arial" panose="020B0604020202020204" pitchFamily="34" charset="0"/>
              <a:buNone/>
            </a:pPr>
            <a:r>
              <a:rPr lang="en-US"/>
              <a:t>KI ist noch in der Anfangsphase, vergleichbar mit frühen Innovationen wie Auto und Computer. Extreme Übertreibungen sollten vermieden werden.</a:t>
            </a:r>
          </a:p>
          <a:p>
            <a:pPr marL="0" indent="0">
              <a:spcBef>
                <a:spcPts val="2500"/>
              </a:spcBef>
              <a:buFont typeface="Arial" panose="020B0604020202020204" pitchFamily="34" charset="0"/>
              <a:buNone/>
            </a:pPr>
            <a:r>
              <a:rPr lang="en-US" b="1"/>
              <a:t>Zukunftstrends der KI</a:t>
            </a:r>
          </a:p>
          <a:p>
            <a:pPr marL="0" lvl="1" indent="0">
              <a:buFont typeface="Arial" panose="020B0604020202020204" pitchFamily="34" charset="0"/>
              <a:buNone/>
            </a:pPr>
            <a:r>
              <a:rPr lang="en-US"/>
              <a:t>KI wird multimodal, nutzt Agenten für Aufgaben und unterliegt stärkeren Regeln und Standards in Sicherheit und Datenschutz.</a:t>
            </a:r>
          </a:p>
          <a:p>
            <a:pPr marL="0" indent="0">
              <a:spcBef>
                <a:spcPts val="2500"/>
              </a:spcBef>
              <a:buFont typeface="Arial" panose="020B0604020202020204" pitchFamily="34" charset="0"/>
              <a:buNone/>
            </a:pPr>
            <a:r>
              <a:rPr lang="en-US" b="1"/>
              <a:t>Fünf wichtige Takeaways</a:t>
            </a:r>
          </a:p>
          <a:p>
            <a:pPr marL="0" lvl="1" indent="0">
              <a:buFont typeface="Arial" panose="020B0604020202020204" pitchFamily="34" charset="0"/>
              <a:buNone/>
            </a:pPr>
            <a:r>
              <a:rPr lang="en-US"/>
              <a:t>KI ist ein Werkzeug, arbeitet mit Wahrscheinlichkeiten, kann helfen und irren, gute Prompts verbessern Ergebnisse, Verantwortung bleibt beim Menschen.</a:t>
            </a:r>
          </a:p>
          <a:p>
            <a:pPr marL="0" indent="0">
              <a:spcBef>
                <a:spcPts val="2500"/>
              </a:spcBef>
              <a:buFont typeface="Arial" panose="020B0604020202020204" pitchFamily="34" charset="0"/>
              <a:buNone/>
            </a:pPr>
            <a:r>
              <a:rPr lang="en-US" b="1"/>
              <a:t>Ermutigender Abschluss</a:t>
            </a:r>
          </a:p>
          <a:p>
            <a:pPr marL="0" lvl="1" indent="0">
              <a:buFont typeface="Arial" panose="020B0604020202020204" pitchFamily="34" charset="0"/>
              <a:buNone/>
            </a:pPr>
            <a:r>
              <a:rPr lang="en-US"/>
              <a:t>Teilnehmende werden motiviert, eigene Prompt-Experimente zu starten und mit einer Prüfroutine Quellen und Datenschutz zu beachten.</a:t>
            </a:r>
          </a:p>
        </p:txBody>
      </p:sp>
      <p:pic>
        <p:nvPicPr>
          <p:cNvPr id="5" name="Content Placeholder 4" descr="Ideen-Glühbirnen-Konzept an der Wand">
            <a:extLst>
              <a:ext uri="{FF2B5EF4-FFF2-40B4-BE49-F238E27FC236}">
                <a16:creationId xmlns:a16="http://schemas.microsoft.com/office/drawing/2014/main" id="{CC6F059E-9F1C-4C32-8870-341574F71907}"/>
              </a:ext>
            </a:extLst>
          </p:cNvPr>
          <p:cNvPicPr>
            <a:picLocks noGrp="1" noChangeAspect="1"/>
          </p:cNvPicPr>
          <p:nvPr>
            <p:ph type="pic" sz="quarter" idx="13"/>
          </p:nvPr>
        </p:nvPicPr>
        <p:blipFill>
          <a:blip r:embed="rId3"/>
          <a:srcRect l="25080" r="31274" b="-1"/>
          <a:stretch>
            <a:fillRect/>
          </a:stretch>
        </p:blipFill>
        <p:spPr>
          <a:xfrm>
            <a:off x="8091732" y="10"/>
            <a:ext cx="4100267" cy="6857990"/>
          </a:xfrm>
        </p:spPr>
      </p:pic>
    </p:spTree>
    <p:extLst>
      <p:ext uri="{BB962C8B-B14F-4D97-AF65-F5344CB8AC3E}">
        <p14:creationId xmlns:p14="http://schemas.microsoft.com/office/powerpoint/2010/main" val="662685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6_ADCD3EE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00359-1A1F-E0CB-5C8A-B1A96E75A6D8}"/>
              </a:ext>
            </a:extLst>
          </p:cNvPr>
          <p:cNvSpPr>
            <a:spLocks noGrp="1"/>
          </p:cNvSpPr>
          <p:nvPr>
            <p:ph type="ctrTitle"/>
          </p:nvPr>
        </p:nvSpPr>
        <p:spPr>
          <a:xfrm>
            <a:off x="609600" y="990600"/>
            <a:ext cx="10058400" cy="5029200"/>
          </a:xfrm>
        </p:spPr>
        <p:txBody>
          <a:bodyPr anchor="b">
            <a:normAutofit/>
          </a:bodyPr>
          <a:lstStyle/>
          <a:p>
            <a:r>
              <a:rPr lang="en-US"/>
              <a:t>Anhang: Q&amp;A, Quellen &amp; Glossar</a:t>
            </a:r>
          </a:p>
        </p:txBody>
      </p:sp>
    </p:spTree>
    <p:extLst>
      <p:ext uri="{BB962C8B-B14F-4D97-AF65-F5344CB8AC3E}">
        <p14:creationId xmlns:p14="http://schemas.microsoft.com/office/powerpoint/2010/main" val="29159093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7_CF99A8C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B4969-19FC-D6F3-E914-607EE333305E}"/>
              </a:ext>
            </a:extLst>
          </p:cNvPr>
          <p:cNvSpPr>
            <a:spLocks noGrp="1"/>
          </p:cNvSpPr>
          <p:nvPr>
            <p:ph type="title"/>
          </p:nvPr>
        </p:nvSpPr>
        <p:spPr>
          <a:xfrm>
            <a:off x="612647" y="685800"/>
            <a:ext cx="3654553" cy="4083580"/>
          </a:xfrm>
        </p:spPr>
        <p:txBody>
          <a:bodyPr anchor="t">
            <a:normAutofit/>
          </a:bodyPr>
          <a:lstStyle/>
          <a:p>
            <a:r>
              <a:rPr lang="en-US" sz="4200"/>
              <a:t>Fragen, Referenzen und Glossar-Vorlage (aus dem PPTX-Stil)</a:t>
            </a:r>
          </a:p>
        </p:txBody>
      </p:sp>
      <p:graphicFrame>
        <p:nvGraphicFramePr>
          <p:cNvPr id="5" name="Content Placeholder 4">
            <a:extLst>
              <a:ext uri="{FF2B5EF4-FFF2-40B4-BE49-F238E27FC236}">
                <a16:creationId xmlns:a16="http://schemas.microsoft.com/office/drawing/2014/main" id="{795E2D02-A0B9-43BB-837A-F3C7E9ACC92E}"/>
              </a:ext>
            </a:extLst>
          </p:cNvPr>
          <p:cNvGraphicFramePr>
            <a:graphicFrameLocks noGrp="1"/>
          </p:cNvGraphicFramePr>
          <p:nvPr>
            <p:ph sz="quarter" idx="13"/>
          </p:nvPr>
        </p:nvGraphicFramePr>
        <p:xfrm>
          <a:off x="5181600" y="1014264"/>
          <a:ext cx="6045390" cy="3426650"/>
        </p:xfrm>
        <a:graphic>
          <a:graphicData uri="http://schemas.openxmlformats.org/drawingml/2006/table">
            <a:tbl>
              <a:tblPr firstRow="1" bandRow="1">
                <a:noFill/>
                <a:tableStyleId>{5C22544A-7EE6-4342-B048-85BDC9FD1C3A}</a:tableStyleId>
              </a:tblPr>
              <a:tblGrid>
                <a:gridCol w="2982867">
                  <a:extLst>
                    <a:ext uri="{9D8B030D-6E8A-4147-A177-3AD203B41FA5}">
                      <a16:colId xmlns:a16="http://schemas.microsoft.com/office/drawing/2014/main" val="2969002398"/>
                    </a:ext>
                  </a:extLst>
                </a:gridCol>
                <a:gridCol w="3062524">
                  <a:extLst>
                    <a:ext uri="{9D8B030D-6E8A-4147-A177-3AD203B41FA5}">
                      <a16:colId xmlns:a16="http://schemas.microsoft.com/office/drawing/2014/main" val="206741199"/>
                    </a:ext>
                  </a:extLst>
                </a:gridCol>
              </a:tblGrid>
              <a:tr h="1126730">
                <a:tc>
                  <a:txBody>
                    <a:bodyPr/>
                    <a:lstStyle/>
                    <a:p>
                      <a:pPr>
                        <a:buNone/>
                      </a:pPr>
                      <a:r>
                        <a:rPr lang="en-US" sz="1000" b="1" cap="all" spc="150">
                          <a:solidFill>
                            <a:srgbClr val="DADADA"/>
                          </a:solidFill>
                        </a:rPr>
                        <a:t>Hinzufügen eines Schlüsselbegriffs</a:t>
                      </a:r>
                    </a:p>
                  </a:txBody>
                  <a:tcPr marL="87118" marR="87118" marT="87118" marB="87118"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1000" b="1" cap="all" spc="150">
                          <a:solidFill>
                            <a:srgbClr val="DADADA"/>
                          </a:solidFill>
                        </a:rPr>
                        <a:t>Füge eine kurze Erklärung hinzu, was dieser Begriff bedeutet. Dieser Text sollte einen Überblick über das beschriebene Ereignis, Konzept oder Objekt geben</a:t>
                      </a:r>
                    </a:p>
                  </a:txBody>
                  <a:tcPr marL="87118" marR="87118" marT="87118" marB="87118"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1260114705"/>
                  </a:ext>
                </a:extLst>
              </a:tr>
              <a:tr h="574981">
                <a:tc>
                  <a:txBody>
                    <a:bodyPr/>
                    <a:lstStyle/>
                    <a:p>
                      <a:pPr>
                        <a:buNone/>
                      </a:pPr>
                      <a:r>
                        <a:rPr lang="en-US" sz="800" b="1" cap="none" spc="0">
                          <a:solidFill>
                            <a:schemeClr val="tx1"/>
                          </a:solidFill>
                        </a:rPr>
                        <a:t>Hinzufügen eines Schlüsselbegriffs</a:t>
                      </a:r>
                    </a:p>
                  </a:txBody>
                  <a:tcPr marL="87118" marR="87118" marT="87118" marB="87118"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800" cap="none" spc="0">
                          <a:solidFill>
                            <a:schemeClr val="tx1"/>
                          </a:solidFill>
                        </a:rPr>
                        <a:t>Füge eine kurze Erklärung hinzu, was dieser Begriff bedeutet. Dieser Text sollte einen Überblick über das beschriebene Ereignis, Konzept oder Objekt geben</a:t>
                      </a:r>
                    </a:p>
                  </a:txBody>
                  <a:tcPr marL="87118" marR="87118" marT="87118" marB="87118"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12562895"/>
                  </a:ext>
                </a:extLst>
              </a:tr>
              <a:tr h="574981">
                <a:tc>
                  <a:txBody>
                    <a:bodyPr/>
                    <a:lstStyle/>
                    <a:p>
                      <a:pPr>
                        <a:buNone/>
                      </a:pPr>
                      <a:r>
                        <a:rPr lang="en-US" sz="800" b="1" cap="none" spc="0">
                          <a:solidFill>
                            <a:schemeClr val="tx1"/>
                          </a:solidFill>
                        </a:rPr>
                        <a:t>Hinzufügen eines Schlüsselbegriffs</a:t>
                      </a:r>
                    </a:p>
                  </a:txBody>
                  <a:tcPr marL="87118" marR="87118" marT="87118" marB="8711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800" cap="none" spc="0">
                          <a:solidFill>
                            <a:schemeClr val="tx1"/>
                          </a:solidFill>
                        </a:rPr>
                        <a:t>Füge eine kurze Erklärung hinzu, was dieser Begriff bedeutet. Dieser Text sollte einen Überblick über das beschriebene Ereignis, Konzept oder Objekt geben</a:t>
                      </a:r>
                    </a:p>
                  </a:txBody>
                  <a:tcPr marL="87118" marR="87118" marT="87118" marB="8711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880075357"/>
                  </a:ext>
                </a:extLst>
              </a:tr>
              <a:tr h="574981">
                <a:tc>
                  <a:txBody>
                    <a:bodyPr/>
                    <a:lstStyle/>
                    <a:p>
                      <a:pPr>
                        <a:buNone/>
                      </a:pPr>
                      <a:r>
                        <a:rPr lang="en-US" sz="800" b="1" cap="none" spc="0">
                          <a:solidFill>
                            <a:schemeClr val="tx1"/>
                          </a:solidFill>
                        </a:rPr>
                        <a:t>Hinzufügen eines Schlüsselbegriffs</a:t>
                      </a:r>
                    </a:p>
                  </a:txBody>
                  <a:tcPr marL="87118" marR="87118" marT="87118" marB="8711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800" cap="none" spc="0">
                          <a:solidFill>
                            <a:schemeClr val="tx1"/>
                          </a:solidFill>
                        </a:rPr>
                        <a:t>Füge eine kurze Erklärung hinzu, was dieser Begriff bedeutet. Dieser Text sollte einen Überblick über das beschriebene Ereignis, Konzept oder Objekt geben</a:t>
                      </a:r>
                    </a:p>
                  </a:txBody>
                  <a:tcPr marL="87118" marR="87118" marT="87118" marB="8711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234482791"/>
                  </a:ext>
                </a:extLst>
              </a:tr>
              <a:tr h="574981">
                <a:tc>
                  <a:txBody>
                    <a:bodyPr/>
                    <a:lstStyle/>
                    <a:p>
                      <a:pPr>
                        <a:buNone/>
                      </a:pPr>
                      <a:r>
                        <a:rPr lang="en-US" sz="800" b="1" cap="none" spc="0">
                          <a:solidFill>
                            <a:schemeClr val="tx1"/>
                          </a:solidFill>
                        </a:rPr>
                        <a:t>Hinzufügen eines Schlüsselbegriffs</a:t>
                      </a:r>
                    </a:p>
                  </a:txBody>
                  <a:tcPr marL="87118" marR="87118" marT="87118" marB="87118"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800" cap="none" spc="0">
                          <a:solidFill>
                            <a:schemeClr val="tx1"/>
                          </a:solidFill>
                        </a:rPr>
                        <a:t>Füge eine kurze Erklärung hinzu, was dieser Begriff bedeutet. Dieser Text sollte einen Überblick über das beschriebene Ereignis, Konzept oder Objekt geben</a:t>
                      </a:r>
                    </a:p>
                  </a:txBody>
                  <a:tcPr marL="87118" marR="87118" marT="87118" marB="87118"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1465219252"/>
                  </a:ext>
                </a:extLst>
              </a:tr>
            </a:tbl>
          </a:graphicData>
        </a:graphic>
      </p:graphicFrame>
    </p:spTree>
    <p:extLst>
      <p:ext uri="{BB962C8B-B14F-4D97-AF65-F5344CB8AC3E}">
        <p14:creationId xmlns:p14="http://schemas.microsoft.com/office/powerpoint/2010/main" val="3482953922"/>
      </p:ext>
    </p:extLst>
  </p:cSld>
  <p:clrMapOvr>
    <a:masterClrMapping/>
  </p:clrMapOvr>
  <p:transition>
    <p:fade/>
  </p:transition>
</p:sld>
</file>

<file path=ppt/theme/theme_0_CD22EA7A.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46329CC3.xml><?xml version="1.0" encoding="utf-8"?>
<a:theme xmlns:a="http://schemas.openxmlformats.org/drawingml/2006/main" name="Blockwork Elegant">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Copilot Layouts_win32_KO_V11" id="{190D3195-6803-4DBD-A5E5-D3BB0A934856}" vid="{D3DF0ADA-3EA0-49DE-8FCB-DFEAAB5B3A90}"/>
    </a:ext>
  </a:extLst>
</a:theme>
</file>

<file path=docProps/core.xml><?xml version="1.0" encoding="utf-8"?>
<cp:coreProperties xmlns:cp="http://schemas.openxmlformats.org/package/2006/metadata/core-properties" xmlns:dc="http://purl.org/dc/elements/1.1/" xmlns:dcterms="http://purl.org/dc/terms/" xmlns:xsi="http://www.w3.org/2001/XMLSchema-instance">
  <dc:creator>hgloett@emea.corpdir.net</dc:creator>
  <cp:lastModifiedBy>hgloett@emea.corpdir.net</cp:lastModifiedB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4dbb1d-991d-4bbd-aad5-33bac1d8ffaf_Enabled">
    <vt:lpwstr>true</vt:lpwstr>
  </property>
  <property fmtid="{D5CDD505-2E9C-101B-9397-08002B2CF9AE}" pid="3" name="MSIP_Label_924dbb1d-991d-4bbd-aad5-33bac1d8ffaf_SetDate">
    <vt:lpwstr>2026-04-19T15:37:14Z</vt:lpwstr>
  </property>
  <property fmtid="{D5CDD505-2E9C-101B-9397-08002B2CF9AE}" pid="4" name="MSIP_Label_924dbb1d-991d-4bbd-aad5-33bac1d8ffaf_Method">
    <vt:lpwstr>Standard</vt:lpwstr>
  </property>
  <property fmtid="{D5CDD505-2E9C-101B-9397-08002B2CF9AE}" pid="5" name="MSIP_Label_924dbb1d-991d-4bbd-aad5-33bac1d8ffaf_Name">
    <vt:lpwstr>924dbb1d-991d-4bbd-aad5-33bac1d8ffaf</vt:lpwstr>
  </property>
  <property fmtid="{D5CDD505-2E9C-101B-9397-08002B2CF9AE}" pid="6" name="MSIP_Label_924dbb1d-991d-4bbd-aad5-33bac1d8ffaf_SiteId">
    <vt:lpwstr>9652d7c2-1ccf-4940-8151-4a92bd474ed0</vt:lpwstr>
  </property>
  <property fmtid="{D5CDD505-2E9C-101B-9397-08002B2CF9AE}" pid="7" name="MSIP_Label_924dbb1d-991d-4bbd-aad5-33bac1d8ffaf_ActionId">
    <vt:lpwstr>55cf26ee-c58e-41ec-90eb-382fa8ce6b51</vt:lpwstr>
  </property>
  <property fmtid="{D5CDD505-2E9C-101B-9397-08002B2CF9AE}" pid="8" name="MSIP_Label_924dbb1d-991d-4bbd-aad5-33bac1d8ffaf_ContentBits">
    <vt:lpwstr>0</vt:lpwstr>
  </property>
</Properties>
</file>